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2" r:id="rId5"/>
    <p:sldId id="273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9" r:id="rId14"/>
    <p:sldId id="270" r:id="rId15"/>
    <p:sldId id="271" r:id="rId16"/>
    <p:sldId id="265" r:id="rId17"/>
    <p:sldId id="267" r:id="rId18"/>
    <p:sldId id="266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3DF4F-0BE7-48E0-9897-5FC7742C445A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966EE-BF72-4F54-AE64-8BBCB94FB5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4011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966EE-BF72-4F54-AE64-8BBCB94FB5CC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979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825D5E-E769-1CA1-899A-6878F02FE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EEE0F1D-D869-D8B9-D53E-83DFEBBAA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59E912-785E-028D-0332-50B9DE0C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03DDD6-E2AC-3B84-075A-729F19179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BF790B-1CE3-AF87-4BEB-3E519312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4517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9D0A4-4269-9338-F023-FE0FE12B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4F95E0-F962-70EE-517D-640AC8D1A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A93E8F-2236-0A2C-583D-AE9113EF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095057-C783-FE35-0A49-48C24409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921710-F85F-672F-9799-942BDBE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55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9B494C-7AC9-5005-8F36-8C06A5046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D54EE1-04C4-5B9A-773F-D6F968EF8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32ABDB-282E-9CC3-F796-F700274FF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583328-90DB-966E-927F-F02B31BB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3A0EE9-8968-E6EF-CA37-5D4E0A2B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7585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9DD790-F1EE-E048-FD70-8D8F01F3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D2F4D2-E330-5AE2-905A-D18A5863D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C14A4B5-7C67-859E-D646-C268F2496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AE2B36-77BF-C923-DF62-F72B40FE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1F7C46-D846-C834-2FC3-DC03B057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D58517-7F67-FBC1-C3C3-C6F5007A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72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29C36-2BF0-9CBB-A17D-3647427E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B3F0CE-8A16-8E4D-306C-DE6A38FC7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AE5EEF2-C0A0-DA34-E0E6-F6BD9FF48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B8A9D90-9FDC-5B5F-C3D8-C0D9292AF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E4D1E9D-5769-2223-D546-05DE4508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9A1F58-2539-7B79-326E-9A89C122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B7FE863-1355-25DB-D92A-D7CFD0CC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164C5E6-7CD0-DF9F-A085-4BD3A877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4130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DC672B-65A6-EE84-F2E9-B52286AA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FEE506-4DE7-23CE-58CF-27674353B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E954B35-BE6F-E70B-32FC-1FA0B72C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08AB9D-7651-B2E0-FF7B-70B50E73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68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1894DD-F439-3B0B-9B4F-1BA8A891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55962A-040A-86EF-DADD-5451B050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EE4287-B1D2-3181-D1D0-36F1CAC59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844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91F995-7198-04F6-62F6-2363164E9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6A83FD-43FA-B04B-6FE2-5CD755E92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D37A02-880B-8130-34E0-63176E467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588BB7-5347-9D56-EC36-06DA711B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ECF9C5-2AC0-F0CC-3C18-5400FCE22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F3616D-931B-FD50-0779-08078C628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8998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5FA5E1-334D-AD87-095D-AED8CC143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C872A5-F3C8-5005-AB64-41F5911EC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C7F51B-9065-8ED9-6C8E-6777FB619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80713C-E8A9-18F1-7B65-852C12AC9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2E0668-51F1-CD19-AE3C-F987F6CF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270D83-6FAA-F6E8-37EA-A36F1196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2584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3DEDA0-634C-9880-398E-474D1A61F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F7A4642-D985-0B42-4C46-5AF169EA3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7D1DD5-1943-CB69-CF57-CE7805A0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043D76-8684-3D63-EF1E-6FEFCD3F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F3FFF5-9E13-0A7B-28BD-C1E3CB6B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29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8D95F47-7C7E-B1DC-A824-F37683C0A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8D2F91-3DAB-2C43-D56A-12EF6C929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110216-4F1F-A636-D0A9-D5EBDA7B2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FD3586-5733-20FD-AE15-DB92E2E5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5794F2-8D1F-F130-492B-536A339D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858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C0FF657-6CE3-4095-5CCE-B00130B5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A7C6BE-310D-5F35-CFBC-211082B4C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F6D503-62A6-EED2-2F7B-A7947AA15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59FEB-D447-4EC7-AE7B-286AF003F41F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66AEDB-32F1-7014-6E99-6BD942D8D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FA0133-A2A5-1EF8-BF5D-51D28B117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81EE1-5620-47FB-9A14-F1ABA3D7BA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6109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does 6 7 mean?">
            <a:extLst>
              <a:ext uri="{FF2B5EF4-FFF2-40B4-BE49-F238E27FC236}">
                <a16:creationId xmlns:a16="http://schemas.microsoft.com/office/drawing/2014/main" id="{5BE19663-C64D-ACA0-1197-716EA56F7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8101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45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E00F320-7BBE-5384-B386-3200DFAF1A58}"/>
              </a:ext>
            </a:extLst>
          </p:cNvPr>
          <p:cNvSpPr txBox="1"/>
          <p:nvPr/>
        </p:nvSpPr>
        <p:spPr>
          <a:xfrm>
            <a:off x="890338" y="640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Was ist Six Seven?</a:t>
            </a:r>
          </a:p>
        </p:txBody>
      </p:sp>
      <p:sp>
        <p:nvSpPr>
          <p:cNvPr id="206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onfused by six seven meme origin: Confused by the Six Seven meme? Here's  the wild origin story taking over the internet - The Economic Times">
            <a:extLst>
              <a:ext uri="{FF2B5EF4-FFF2-40B4-BE49-F238E27FC236}">
                <a16:creationId xmlns:a16="http://schemas.microsoft.com/office/drawing/2014/main" id="{BA6F61FE-C801-9071-8E54-6C333401F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87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Six seven! Why kids love it, teachers ban it, and parents don't get it">
            <a:extLst>
              <a:ext uri="{FF2B5EF4-FFF2-40B4-BE49-F238E27FC236}">
                <a16:creationId xmlns:a16="http://schemas.microsoft.com/office/drawing/2014/main" id="{5BD41A81-86E0-5F99-1E1E-A23C4FBB2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7" r="17756" b="-1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57EEF51-FB3A-40B5-5384-60FAD9E9DDE2}"/>
              </a:ext>
            </a:extLst>
          </p:cNvPr>
          <p:cNvSpPr txBox="1"/>
          <p:nvPr/>
        </p:nvSpPr>
        <p:spPr>
          <a:xfrm>
            <a:off x="7531610" y="2434201"/>
            <a:ext cx="4462594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b="1" dirty="0"/>
              <a:t>Six Seven </a:t>
            </a:r>
            <a:r>
              <a:rPr lang="en-US" sz="6000" b="1" dirty="0" err="1"/>
              <a:t>steht</a:t>
            </a:r>
            <a:r>
              <a:rPr lang="en-US" sz="6000" b="1" dirty="0"/>
              <a:t> für 6 7</a:t>
            </a:r>
          </a:p>
        </p:txBody>
      </p:sp>
    </p:spTree>
    <p:extLst>
      <p:ext uri="{BB962C8B-B14F-4D97-AF65-F5344CB8AC3E}">
        <p14:creationId xmlns:p14="http://schemas.microsoft.com/office/powerpoint/2010/main" val="2884513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6" name="Picture 10" descr="67 67 Nummer 3d blau auf dunklem Hintergrund | Premium Foto">
            <a:extLst>
              <a:ext uri="{FF2B5EF4-FFF2-40B4-BE49-F238E27FC236}">
                <a16:creationId xmlns:a16="http://schemas.microsoft.com/office/drawing/2014/main" id="{57ADDFFF-0D40-7E24-CD76-99C43CF7A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865020"/>
            <a:ext cx="3278292" cy="218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Fastfood-Kette nimmt die Zahl 67 aus Bestellsystem | News | BILD.de">
            <a:extLst>
              <a:ext uri="{FF2B5EF4-FFF2-40B4-BE49-F238E27FC236}">
                <a16:creationId xmlns:a16="http://schemas.microsoft.com/office/drawing/2014/main" id="{2414FE39-74BC-1BCA-5245-7BEBC1E8B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43493" y="907606"/>
            <a:ext cx="3743538" cy="209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67 | Spotify">
            <a:extLst>
              <a:ext uri="{FF2B5EF4-FFF2-40B4-BE49-F238E27FC236}">
                <a16:creationId xmlns:a16="http://schemas.microsoft.com/office/drawing/2014/main" id="{7FDE1902-17B1-6F5B-5466-F46F59ADE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16317" y="643466"/>
            <a:ext cx="2624662" cy="262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Bundesstraße 67 – Wikipedia">
            <a:extLst>
              <a:ext uri="{FF2B5EF4-FFF2-40B4-BE49-F238E27FC236}">
                <a16:creationId xmlns:a16="http://schemas.microsoft.com/office/drawing/2014/main" id="{9A60DCCE-A6EB-9171-7934-7EB328979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3918708"/>
            <a:ext cx="3278292" cy="19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67 is actually an insane number - YouTube">
            <a:extLst>
              <a:ext uri="{FF2B5EF4-FFF2-40B4-BE49-F238E27FC236}">
                <a16:creationId xmlns:a16="http://schemas.microsoft.com/office/drawing/2014/main" id="{32D64735-2A25-AAEA-2FE9-70C8FA716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43494" y="3860163"/>
            <a:ext cx="3743538" cy="210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67 | Spotify">
            <a:extLst>
              <a:ext uri="{FF2B5EF4-FFF2-40B4-BE49-F238E27FC236}">
                <a16:creationId xmlns:a16="http://schemas.microsoft.com/office/drawing/2014/main" id="{81F55256-A971-D9F5-090A-CEFA03447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36797" y="3589863"/>
            <a:ext cx="2183701" cy="264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2" name="Picture 16" descr="67 Jahre&quot;-Bilder: Stock-Fotos &amp; -Videos. | Adobe Stock">
            <a:extLst>
              <a:ext uri="{FF2B5EF4-FFF2-40B4-BE49-F238E27FC236}">
                <a16:creationId xmlns:a16="http://schemas.microsoft.com/office/drawing/2014/main" id="{FD1FEFF2-35E5-D657-C95C-311E19CA3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894" y="25183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4" name="Picture 18" descr="67 FUNK - SHX4 x FYU - YouTube">
            <a:extLst>
              <a:ext uri="{FF2B5EF4-FFF2-40B4-BE49-F238E27FC236}">
                <a16:creationId xmlns:a16="http://schemas.microsoft.com/office/drawing/2014/main" id="{7E97383A-59A6-8960-09DB-24C70E952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62890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6" name="Picture 20" descr="67 | Slang | Dictionary.com">
            <a:extLst>
              <a:ext uri="{FF2B5EF4-FFF2-40B4-BE49-F238E27FC236}">
                <a16:creationId xmlns:a16="http://schemas.microsoft.com/office/drawing/2014/main" id="{51FBBACF-147D-D350-DAD0-0DD598AFC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282" y="237652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40" name="Picture 24">
            <a:extLst>
              <a:ext uri="{FF2B5EF4-FFF2-40B4-BE49-F238E27FC236}">
                <a16:creationId xmlns:a16="http://schemas.microsoft.com/office/drawing/2014/main" id="{F3770FDB-6F6C-E78D-6F4E-6B1FEF26D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9232" y="1529390"/>
            <a:ext cx="11109301" cy="246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ummer 69 69 über die Feuerschleifenanimation.: Stockvideos &amp; Filmmaterial  (100 % lizenzfrei) 1110652521 | Shutterstock">
            <a:extLst>
              <a:ext uri="{FF2B5EF4-FFF2-40B4-BE49-F238E27FC236}">
                <a16:creationId xmlns:a16="http://schemas.microsoft.com/office/drawing/2014/main" id="{DD9C127B-654E-311C-5BE8-FD4C9C48B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710944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92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EA9B6C0-9CDA-1F28-D5F8-22F324FABB28}"/>
              </a:ext>
            </a:extLst>
          </p:cNvPr>
          <p:cNvSpPr txBox="1"/>
          <p:nvPr/>
        </p:nvSpPr>
        <p:spPr>
          <a:xfrm>
            <a:off x="3790240" y="2921168"/>
            <a:ext cx="46115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Falsche Zahl</a:t>
            </a:r>
          </a:p>
        </p:txBody>
      </p:sp>
    </p:spTree>
    <p:extLst>
      <p:ext uri="{BB962C8B-B14F-4D97-AF65-F5344CB8AC3E}">
        <p14:creationId xmlns:p14="http://schemas.microsoft.com/office/powerpoint/2010/main" val="203188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67 Six Seven 6 7 Meme T-Shirt">
            <a:extLst>
              <a:ext uri="{FF2B5EF4-FFF2-40B4-BE49-F238E27FC236}">
                <a16:creationId xmlns:a16="http://schemas.microsoft.com/office/drawing/2014/main" id="{BF6C53F0-A844-0979-0767-E0A5FABF0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2502" y="623275"/>
            <a:ext cx="5607882" cy="5607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ight Triangle 410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4755C36-D9E5-E753-1594-EAB56464AAC4}"/>
              </a:ext>
            </a:extLst>
          </p:cNvPr>
          <p:cNvSpPr txBox="1"/>
          <p:nvPr/>
        </p:nvSpPr>
        <p:spPr>
          <a:xfrm>
            <a:off x="8052497" y="1056640"/>
            <a:ext cx="3197660" cy="31257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Warum</a:t>
            </a: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macht</a:t>
            </a: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Six Seven </a:t>
            </a:r>
            <a:r>
              <a:rPr lang="en-US" sz="5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Attraktiv</a:t>
            </a: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71851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Lehrer zeigt mit dem Finger auf eine leere Tafel | Premium Foto">
            <a:extLst>
              <a:ext uri="{FF2B5EF4-FFF2-40B4-BE49-F238E27FC236}">
                <a16:creationId xmlns:a16="http://schemas.microsoft.com/office/drawing/2014/main" id="{8AE5E73E-6A2D-59CA-A462-DB795E50D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121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87DA0B5-54C2-6A7E-159A-DEE620B54876}"/>
              </a:ext>
            </a:extLst>
          </p:cNvPr>
          <p:cNvSpPr txBox="1"/>
          <p:nvPr/>
        </p:nvSpPr>
        <p:spPr>
          <a:xfrm>
            <a:off x="778212" y="642027"/>
            <a:ext cx="60201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Weil </a:t>
            </a:r>
            <a:r>
              <a:rPr lang="de-DE" sz="6000" b="1" dirty="0">
                <a:solidFill>
                  <a:srgbClr val="FF0000"/>
                </a:solidFill>
              </a:rPr>
              <a:t>6</a:t>
            </a:r>
            <a:r>
              <a:rPr lang="de-DE" sz="6000" b="1" dirty="0"/>
              <a:t> + </a:t>
            </a:r>
            <a:r>
              <a:rPr lang="de-DE" sz="6000" b="1" dirty="0">
                <a:solidFill>
                  <a:srgbClr val="FF0000"/>
                </a:solidFill>
              </a:rPr>
              <a:t>7</a:t>
            </a:r>
            <a:r>
              <a:rPr lang="de-DE" sz="6000" b="1" dirty="0"/>
              <a:t> = 13 ist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8F00F13-01B6-6E69-E1BC-31F03491AA3A}"/>
              </a:ext>
            </a:extLst>
          </p:cNvPr>
          <p:cNvSpPr txBox="1"/>
          <p:nvPr/>
        </p:nvSpPr>
        <p:spPr>
          <a:xfrm>
            <a:off x="972765" y="1216463"/>
            <a:ext cx="43813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13 = 1 x 3 = 3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8DDBDDF-5421-DDCF-C615-C6E0004DAD3C}"/>
              </a:ext>
            </a:extLst>
          </p:cNvPr>
          <p:cNvSpPr txBox="1"/>
          <p:nvPr/>
        </p:nvSpPr>
        <p:spPr>
          <a:xfrm>
            <a:off x="2518060" y="2020112"/>
            <a:ext cx="28360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3 x 3 = 9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AF708A1-E0E6-800B-A0B6-F4279CC6F3AB}"/>
              </a:ext>
            </a:extLst>
          </p:cNvPr>
          <p:cNvSpPr txBox="1"/>
          <p:nvPr/>
        </p:nvSpPr>
        <p:spPr>
          <a:xfrm>
            <a:off x="2518060" y="2781367"/>
            <a:ext cx="32464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9 x </a:t>
            </a:r>
            <a:r>
              <a:rPr lang="de-DE" sz="6000" b="1" dirty="0">
                <a:solidFill>
                  <a:srgbClr val="FF0000"/>
                </a:solidFill>
              </a:rPr>
              <a:t>7</a:t>
            </a:r>
            <a:r>
              <a:rPr lang="de-DE" sz="6000" b="1" dirty="0"/>
              <a:t> = 63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9662586-E33D-355B-68FE-5035DBC4E198}"/>
              </a:ext>
            </a:extLst>
          </p:cNvPr>
          <p:cNvSpPr txBox="1"/>
          <p:nvPr/>
        </p:nvSpPr>
        <p:spPr>
          <a:xfrm>
            <a:off x="2093264" y="3542621"/>
            <a:ext cx="36856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63 + </a:t>
            </a:r>
            <a:r>
              <a:rPr lang="de-DE" sz="6000" b="1" dirty="0">
                <a:solidFill>
                  <a:srgbClr val="FF0000"/>
                </a:solidFill>
              </a:rPr>
              <a:t>6</a:t>
            </a:r>
            <a:r>
              <a:rPr lang="de-DE" sz="6000" b="1" dirty="0"/>
              <a:t> = </a:t>
            </a:r>
            <a:r>
              <a:rPr lang="de-DE" sz="6000" b="1" dirty="0">
                <a:solidFill>
                  <a:schemeClr val="bg1">
                    <a:lumMod val="95000"/>
                  </a:schemeClr>
                </a:solidFill>
              </a:rPr>
              <a:t>69</a:t>
            </a:r>
          </a:p>
        </p:txBody>
      </p:sp>
      <p:pic>
        <p:nvPicPr>
          <p:cNvPr id="5134" name="Picture 14" descr="The original video of &quot;67 Kid&quot; : r/TheMatpatEffect">
            <a:extLst>
              <a:ext uri="{FF2B5EF4-FFF2-40B4-BE49-F238E27FC236}">
                <a16:creationId xmlns:a16="http://schemas.microsoft.com/office/drawing/2014/main" id="{1D08639B-499E-C261-FF0E-E32D654F8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65" y="1657690"/>
            <a:ext cx="1193261" cy="119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57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2E8276A0-1C18-C7BF-B993-9CFB59963DF9}"/>
              </a:ext>
            </a:extLst>
          </p:cNvPr>
          <p:cNvSpPr txBox="1"/>
          <p:nvPr/>
        </p:nvSpPr>
        <p:spPr>
          <a:xfrm>
            <a:off x="5593298" y="2921168"/>
            <a:ext cx="10054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2682459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0406E56-29BA-A391-D475-CF67B290E686}"/>
              </a:ext>
            </a:extLst>
          </p:cNvPr>
          <p:cNvSpPr txBox="1"/>
          <p:nvPr/>
        </p:nvSpPr>
        <p:spPr>
          <a:xfrm>
            <a:off x="2684297" y="2459504"/>
            <a:ext cx="682340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Die wichtigste Zahl</a:t>
            </a:r>
          </a:p>
          <a:p>
            <a:r>
              <a:rPr lang="de-DE" sz="6000" b="1" dirty="0"/>
              <a:t>in unserem Leben</a:t>
            </a:r>
          </a:p>
        </p:txBody>
      </p:sp>
    </p:spTree>
    <p:extLst>
      <p:ext uri="{BB962C8B-B14F-4D97-AF65-F5344CB8AC3E}">
        <p14:creationId xmlns:p14="http://schemas.microsoft.com/office/powerpoint/2010/main" val="2768029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B30FD89-5AA6-E64D-3B71-211FD5C38D1C}"/>
              </a:ext>
            </a:extLst>
          </p:cNvPr>
          <p:cNvSpPr txBox="1"/>
          <p:nvPr/>
        </p:nvSpPr>
        <p:spPr>
          <a:xfrm>
            <a:off x="4128955" y="2921168"/>
            <a:ext cx="39340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Ohne 67….</a:t>
            </a:r>
          </a:p>
        </p:txBody>
      </p:sp>
    </p:spTree>
    <p:extLst>
      <p:ext uri="{BB962C8B-B14F-4D97-AF65-F5344CB8AC3E}">
        <p14:creationId xmlns:p14="http://schemas.microsoft.com/office/powerpoint/2010/main" val="1125340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6674E8A-F62F-E5EA-5623-3DD102C3B626}"/>
              </a:ext>
            </a:extLst>
          </p:cNvPr>
          <p:cNvSpPr txBox="1"/>
          <p:nvPr/>
        </p:nvSpPr>
        <p:spPr>
          <a:xfrm>
            <a:off x="2020044" y="2459504"/>
            <a:ext cx="79873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Gäbe es keine 67%</a:t>
            </a:r>
          </a:p>
          <a:p>
            <a:r>
              <a:rPr lang="de-DE" sz="6000" b="1" dirty="0"/>
              <a:t>abgaben an Vaterstaat</a:t>
            </a:r>
          </a:p>
        </p:txBody>
      </p:sp>
    </p:spTree>
    <p:extLst>
      <p:ext uri="{BB962C8B-B14F-4D97-AF65-F5344CB8AC3E}">
        <p14:creationId xmlns:p14="http://schemas.microsoft.com/office/powerpoint/2010/main" val="674346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2AE98E8-69F3-B42F-0E9E-351158B53D13}"/>
              </a:ext>
            </a:extLst>
          </p:cNvPr>
          <p:cNvSpPr txBox="1"/>
          <p:nvPr/>
        </p:nvSpPr>
        <p:spPr>
          <a:xfrm>
            <a:off x="2338753" y="2459504"/>
            <a:ext cx="75144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Keine 67 im Alphabet</a:t>
            </a:r>
            <a:br>
              <a:rPr lang="de-DE" sz="6000" b="1" dirty="0"/>
            </a:br>
            <a:r>
              <a:rPr lang="de-DE" sz="6000" b="1" dirty="0"/>
              <a:t>1 2 3 4 5 8 9</a:t>
            </a:r>
          </a:p>
        </p:txBody>
      </p:sp>
    </p:spTree>
    <p:extLst>
      <p:ext uri="{BB962C8B-B14F-4D97-AF65-F5344CB8AC3E}">
        <p14:creationId xmlns:p14="http://schemas.microsoft.com/office/powerpoint/2010/main" val="2411819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45D780B-F40E-D2F1-8AD8-E38F205D7606}"/>
              </a:ext>
            </a:extLst>
          </p:cNvPr>
          <p:cNvSpPr txBox="1"/>
          <p:nvPr/>
        </p:nvSpPr>
        <p:spPr>
          <a:xfrm>
            <a:off x="1531673" y="2921168"/>
            <a:ext cx="91286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Keine Rente mit 67 Jahren</a:t>
            </a:r>
          </a:p>
        </p:txBody>
      </p:sp>
    </p:spTree>
    <p:extLst>
      <p:ext uri="{BB962C8B-B14F-4D97-AF65-F5344CB8AC3E}">
        <p14:creationId xmlns:p14="http://schemas.microsoft.com/office/powerpoint/2010/main" val="635212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554E128-92A3-2172-BFCE-6356E2E92B98}"/>
              </a:ext>
            </a:extLst>
          </p:cNvPr>
          <p:cNvSpPr txBox="1"/>
          <p:nvPr/>
        </p:nvSpPr>
        <p:spPr>
          <a:xfrm>
            <a:off x="2061754" y="2921168"/>
            <a:ext cx="75575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Keine 67 </a:t>
            </a:r>
            <a:r>
              <a:rPr lang="de-DE" sz="6000" b="1" dirty="0" err="1"/>
              <a:t>Kromosome</a:t>
            </a:r>
            <a:endParaRPr lang="de-DE" sz="6000" b="1" dirty="0"/>
          </a:p>
        </p:txBody>
      </p:sp>
    </p:spTree>
    <p:extLst>
      <p:ext uri="{BB962C8B-B14F-4D97-AF65-F5344CB8AC3E}">
        <p14:creationId xmlns:p14="http://schemas.microsoft.com/office/powerpoint/2010/main" val="2004328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AACADC2-A1E2-31E9-B391-A5ED3C0FCBEB}"/>
              </a:ext>
            </a:extLst>
          </p:cNvPr>
          <p:cNvSpPr txBox="1"/>
          <p:nvPr/>
        </p:nvSpPr>
        <p:spPr>
          <a:xfrm>
            <a:off x="1707491" y="2459504"/>
            <a:ext cx="877701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Keine 67 rote Kurse</a:t>
            </a:r>
          </a:p>
          <a:p>
            <a:r>
              <a:rPr lang="de-DE" sz="6000" b="1" dirty="0">
                <a:solidFill>
                  <a:srgbClr val="C00000"/>
                </a:solidFill>
              </a:rPr>
              <a:t>1 2 3 4 5 8 - Abgeschoben</a:t>
            </a:r>
          </a:p>
        </p:txBody>
      </p:sp>
    </p:spTree>
    <p:extLst>
      <p:ext uri="{BB962C8B-B14F-4D97-AF65-F5344CB8AC3E}">
        <p14:creationId xmlns:p14="http://schemas.microsoft.com/office/powerpoint/2010/main" val="1857637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nakin Skywalker Biografie">
            <a:extLst>
              <a:ext uri="{FF2B5EF4-FFF2-40B4-BE49-F238E27FC236}">
                <a16:creationId xmlns:a16="http://schemas.microsoft.com/office/drawing/2014/main" id="{D88B8B59-7442-09B6-64C7-93CF85FEB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9" name="Rectangle 819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975159A-8BA4-393A-9341-C06F5A57E920}"/>
              </a:ext>
            </a:extLst>
          </p:cNvPr>
          <p:cNvSpPr txBox="1"/>
          <p:nvPr/>
        </p:nvSpPr>
        <p:spPr>
          <a:xfrm>
            <a:off x="523875" y="5317240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Möge die 67 mit euch sein</a:t>
            </a:r>
          </a:p>
        </p:txBody>
      </p:sp>
      <p:cxnSp>
        <p:nvCxnSpPr>
          <p:cNvPr id="8201" name="Straight Connector 820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3" name="Straight Connector 820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845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097455F-109F-5784-E4AB-5DB1060EFC57}"/>
              </a:ext>
            </a:extLst>
          </p:cNvPr>
          <p:cNvSpPr txBox="1"/>
          <p:nvPr/>
        </p:nvSpPr>
        <p:spPr>
          <a:xfrm>
            <a:off x="854597" y="2921168"/>
            <a:ext cx="104828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/>
              <a:t>Wir danken unserem Sponsor</a:t>
            </a:r>
          </a:p>
        </p:txBody>
      </p:sp>
    </p:spTree>
    <p:extLst>
      <p:ext uri="{BB962C8B-B14F-4D97-AF65-F5344CB8AC3E}">
        <p14:creationId xmlns:p14="http://schemas.microsoft.com/office/powerpoint/2010/main" val="72925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draußen, Person, Text, Gras enthält.&#10;&#10;KI-generierte Inhalte können fehlerhaft sein.">
            <a:extLst>
              <a:ext uri="{FF2B5EF4-FFF2-40B4-BE49-F238E27FC236}">
                <a16:creationId xmlns:a16="http://schemas.microsoft.com/office/drawing/2014/main" id="{0A2AE2BA-911B-93E4-062F-26125AFFC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AutoShape 4" descr="Generated image">
            <a:extLst>
              <a:ext uri="{FF2B5EF4-FFF2-40B4-BE49-F238E27FC236}">
                <a16:creationId xmlns:a16="http://schemas.microsoft.com/office/drawing/2014/main" id="{778894D5-37DE-66FA-17F6-75996A4F27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1865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Breitbild</PresentationFormat>
  <Paragraphs>23</Paragraphs>
  <Slides>18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</dc:creator>
  <cp:lastModifiedBy>Alex</cp:lastModifiedBy>
  <cp:revision>5</cp:revision>
  <dcterms:created xsi:type="dcterms:W3CDTF">2025-12-18T16:36:30Z</dcterms:created>
  <dcterms:modified xsi:type="dcterms:W3CDTF">2025-12-18T23:10:06Z</dcterms:modified>
</cp:coreProperties>
</file>