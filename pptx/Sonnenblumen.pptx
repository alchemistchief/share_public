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9" r:id="rId2"/>
    <p:sldId id="260" r:id="rId3"/>
    <p:sldId id="256" r:id="rId4"/>
    <p:sldId id="257" r:id="rId5"/>
    <p:sldId id="258" r:id="rId6"/>
    <p:sldId id="261" r:id="rId7"/>
    <p:sldId id="262" r:id="rId8"/>
    <p:sldId id="266" r:id="rId9"/>
    <p:sldId id="281" r:id="rId10"/>
    <p:sldId id="264" r:id="rId11"/>
    <p:sldId id="274" r:id="rId12"/>
    <p:sldId id="277" r:id="rId13"/>
    <p:sldId id="265" r:id="rId14"/>
    <p:sldId id="271" r:id="rId15"/>
    <p:sldId id="268" r:id="rId16"/>
    <p:sldId id="263" r:id="rId17"/>
    <p:sldId id="278" r:id="rId18"/>
    <p:sldId id="267" r:id="rId19"/>
    <p:sldId id="275" r:id="rId20"/>
    <p:sldId id="276" r:id="rId21"/>
    <p:sldId id="269" r:id="rId22"/>
    <p:sldId id="282" r:id="rId23"/>
    <p:sldId id="270" r:id="rId24"/>
    <p:sldId id="273" r:id="rId25"/>
    <p:sldId id="279" r:id="rId26"/>
    <p:sldId id="280" r:id="rId27"/>
    <p:sldId id="272" r:id="rId28"/>
    <p:sldId id="283" r:id="rId29"/>
    <p:sldId id="284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B607C-3BC3-4B0B-80C0-80A671C762A4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8712D-B41F-4AF7-9A61-8D1FD9DCEB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4345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8712D-B41F-4AF7-9A61-8D1FD9DCEBB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9288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C8008-4103-6138-3AC7-C9E0B1DD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5321F65-83F6-B7C0-2126-BB0566323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598FADD-36D2-DB60-3F5D-6515168B2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B01900E-BCD1-1C14-357F-19110BB07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8712D-B41F-4AF7-9A61-8D1FD9DCEBB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8175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872AD4-F05F-5876-172E-33DF99173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04B425-6C2B-C3BA-B6B0-90F64718A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44883F-B04D-3E55-DB1F-CC7A6BB9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9D13-C0C1-44DA-9F36-DE5727D87EC6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C42C98-8D78-3637-910B-1400708FD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53F7AA-B565-747A-BC4E-369EB8ED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13A9-80CB-4A71-82C2-804E9FD1B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669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02E382-6D3C-8CAF-6EB9-E67C34D9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F7BCBE-B13F-1BAF-3F8F-EBB96D46E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B70C0D-CAE5-7124-73F5-EFBF6D34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9D13-C0C1-44DA-9F36-DE5727D87EC6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E61138-E833-F497-1B0C-5D4D0276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859F03-B763-D8C8-3673-F651686F5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13A9-80CB-4A71-82C2-804E9FD1B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5593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9F1AF1-0E37-1DE3-DD75-B1353EA77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F60439-EDC2-C02F-61CD-0A84E063C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F487AA-3083-678C-35D6-A585C1949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9D13-C0C1-44DA-9F36-DE5727D87EC6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12BE3D-1081-6F9D-928A-5187CEB8F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898128-80E4-2594-EC10-1F3F01C2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13A9-80CB-4A71-82C2-804E9FD1B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9189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9808F9-C4F6-657C-4906-4E02FF75D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2C99C5-9365-11FA-F9EB-074EE6C20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3CE46CF-0D9C-B323-5EC2-AA3ED942A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3EDDAD-FE21-05C9-0CAC-3A0C1446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9D13-C0C1-44DA-9F36-DE5727D87EC6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F56C93-ED13-BADA-593E-22D186F9B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6BDD2F7-A7E6-CC7B-CD28-AB13307D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13A9-80CB-4A71-82C2-804E9FD1B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05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14A3CF-DFC5-4C83-2518-0EA385089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8142BC-356E-D7A0-6AD3-B26211D83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FA8404C-6F3D-4887-0A73-6D89334FE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A6C27E1-ACD5-1E8F-F51A-0653503C9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6391D7C-7213-A43D-BAD0-B54A8C4D6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7A08E56-87DD-02CF-B428-A530AB3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9D13-C0C1-44DA-9F36-DE5727D87EC6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B397931-74A3-C731-81C4-B47A82DCE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0CD043A-73E2-6CA1-F629-E346B11BF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13A9-80CB-4A71-82C2-804E9FD1B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908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E199CD-88F9-6933-1BEE-1E3B67E3C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978653-C2FB-F877-0F5D-1F3B5A80C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9D13-C0C1-44DA-9F36-DE5727D87EC6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C48D041-1C7B-20A4-2DD7-4CA8C33D0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295A8D-83DF-BA2C-6DF2-4524E148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13A9-80CB-4A71-82C2-804E9FD1B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6430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87973B0-B970-EF30-C545-EFB23B681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9D13-C0C1-44DA-9F36-DE5727D87EC6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725FA5-7FCA-0DD8-4C6E-437B9D68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914603-2F48-C8C2-B5B0-373BF2523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13A9-80CB-4A71-82C2-804E9FD1B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453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92E1D9-0001-1975-DAAE-A72057B01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70608C-701A-E78D-47FF-81C3F17DA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D0C44E-1B29-3634-CAE6-2BBE436C4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837DC4B-694D-B5F1-E205-EC430D1E2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9D13-C0C1-44DA-9F36-DE5727D87EC6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1D7185-67AF-021D-92FA-D5B70ADA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5352E0-A6A9-06FD-7C00-A91A6B8A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13A9-80CB-4A71-82C2-804E9FD1B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029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C21A92-69BF-339A-6B7B-F0C3A4081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1C16DE4-C918-E4D7-AA82-B0AE73B8F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FE6324-82A0-9988-06F1-40B913BD1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583434-037F-EACD-FF6B-EFC6E678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9D13-C0C1-44DA-9F36-DE5727D87EC6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AC2523-9220-858D-9B03-D81E1819E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FC9970-D697-FF56-4224-333598E9A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13A9-80CB-4A71-82C2-804E9FD1B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5535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A4DFF3-E486-78D0-C18C-60ED8580F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5445589-38AF-0C60-C133-F0636A4BE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FD1E4D-602E-B4E7-B360-3FDC04EAE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9D13-C0C1-44DA-9F36-DE5727D87EC6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8BC2D1-8853-9203-5C00-CB381BA0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DAC420-83D5-3856-AE42-9D6FC52F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13A9-80CB-4A71-82C2-804E9FD1B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5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2AFD815-1BF7-DE70-8129-D47ADE2D77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F3B27-69C0-9E04-EB1E-3A4697DEC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DA0636-1DE7-7FC7-8264-4A699C6C1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49D13-C0C1-44DA-9F36-DE5727D87EC6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A8BCB7-8827-235C-1702-1156FFEF1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CDBD96-DBA7-1FCE-56CC-8108300C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913A9-80CB-4A71-82C2-804E9FD1B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718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8F348C-6304-CA41-4A20-7AD6C2F4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C53BA9-FF95-B2E2-998E-F3A82A447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9571BE-94B4-CA9F-C5EC-A3097DB67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49D13-C0C1-44DA-9F36-DE5727D87EC6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E5868F-27E8-35CE-2621-2BE90F33E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CC2E0B-75E5-3CF5-6B5B-18F12C7C3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D913A9-80CB-4A71-82C2-804E9FD1B5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83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mp3"/><Relationship Id="rId1" Type="http://schemas.openxmlformats.org/officeDocument/2006/relationships/audio" Target="NULL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Regionale Sonnenblumenkerne -">
            <a:extLst>
              <a:ext uri="{FF2B5EF4-FFF2-40B4-BE49-F238E27FC236}">
                <a16:creationId xmlns:a16="http://schemas.microsoft.com/office/drawing/2014/main" id="{05505D3C-7EDD-C6F5-CADC-13ECC4E7D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6" r="10491" b="936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A14DA6D-6605-7FD9-A8C5-ACC0703AA91F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Warum sind Sonnenblumen Kerne lecker?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281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8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Close-up of cheerful little girl with Down syndrome sticking tongue out at  home. — Stock Photo © halfpoint #556316274">
            <a:extLst>
              <a:ext uri="{FF2B5EF4-FFF2-40B4-BE49-F238E27FC236}">
                <a16:creationId xmlns:a16="http://schemas.microsoft.com/office/drawing/2014/main" id="{84809685-D82A-93AC-DA99-1F22A00C8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5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6" name="Rectangle 308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DE80E2C-A1F1-4857-D3EC-46147EB2BE59}"/>
              </a:ext>
            </a:extLst>
          </p:cNvPr>
          <p:cNvSpPr txBox="1"/>
          <p:nvPr/>
        </p:nvSpPr>
        <p:spPr>
          <a:xfrm>
            <a:off x="838200" y="2434201"/>
            <a:ext cx="3889443" cy="3742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000" dirty="0"/>
              <a:t>Haha </a:t>
            </a:r>
            <a:r>
              <a:rPr lang="en-US" sz="4000" dirty="0" err="1"/>
              <a:t>hab</a:t>
            </a:r>
            <a:r>
              <a:rPr lang="en-US" sz="4000" dirty="0"/>
              <a:t> </a:t>
            </a:r>
            <a:r>
              <a:rPr lang="en-US" sz="4000" dirty="0" err="1"/>
              <a:t>euch</a:t>
            </a:r>
            <a:r>
              <a:rPr lang="en-US" sz="4000" dirty="0"/>
              <a:t> </a:t>
            </a:r>
            <a:r>
              <a:rPr lang="en-US" sz="4000" dirty="0" err="1"/>
              <a:t>verarscht</a:t>
            </a:r>
            <a:r>
              <a:rPr lang="en-US" sz="4000" dirty="0"/>
              <a:t>, das </a:t>
            </a:r>
            <a:r>
              <a:rPr lang="en-US" sz="4000" dirty="0" err="1"/>
              <a:t>ist</a:t>
            </a:r>
            <a:r>
              <a:rPr lang="en-US" sz="4000" dirty="0"/>
              <a:t> </a:t>
            </a:r>
            <a:r>
              <a:rPr lang="en-US" sz="4000" dirty="0" err="1"/>
              <a:t>wieder</a:t>
            </a:r>
            <a:r>
              <a:rPr lang="en-US" sz="4000" dirty="0"/>
              <a:t> ne </a:t>
            </a:r>
            <a:r>
              <a:rPr lang="en-US" sz="4000" dirty="0" err="1"/>
              <a:t>Gottlose</a:t>
            </a:r>
            <a:r>
              <a:rPr lang="en-US" sz="4000" dirty="0"/>
              <a:t> Presentation</a:t>
            </a:r>
            <a:br>
              <a:rPr lang="en-US" sz="4000" dirty="0"/>
            </a:br>
            <a:r>
              <a:rPr lang="en-US" sz="4000" dirty="0"/>
              <a:t>- Six </a:t>
            </a:r>
            <a:r>
              <a:rPr lang="en-US" sz="4000" dirty="0" err="1"/>
              <a:t>Sevennnn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29058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87FCFAD5-85EC-6269-9432-7428189900BA}"/>
              </a:ext>
            </a:extLst>
          </p:cNvPr>
          <p:cNvSpPr txBox="1"/>
          <p:nvPr/>
        </p:nvSpPr>
        <p:spPr>
          <a:xfrm>
            <a:off x="3446877" y="0"/>
            <a:ext cx="52982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u="sng" dirty="0"/>
              <a:t>Smash </a:t>
            </a:r>
            <a:r>
              <a:rPr lang="de-DE" sz="6000" b="1" u="sng" dirty="0" err="1"/>
              <a:t>or</a:t>
            </a:r>
            <a:r>
              <a:rPr lang="de-DE" sz="6000" b="1" u="sng" dirty="0"/>
              <a:t> Pass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AA4B842-DD7C-4427-CB81-52112B474437}"/>
              </a:ext>
            </a:extLst>
          </p:cNvPr>
          <p:cNvSpPr txBox="1"/>
          <p:nvPr/>
        </p:nvSpPr>
        <p:spPr>
          <a:xfrm>
            <a:off x="1476786" y="3075057"/>
            <a:ext cx="92384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/>
              <a:t>Mal schauen wie viele </a:t>
            </a:r>
            <a:r>
              <a:rPr lang="de-DE" sz="4000" b="1" dirty="0" err="1"/>
              <a:t>Gooner</a:t>
            </a:r>
            <a:r>
              <a:rPr lang="de-DE" sz="4000" b="1" dirty="0"/>
              <a:t> hier sind</a:t>
            </a:r>
          </a:p>
        </p:txBody>
      </p:sp>
    </p:spTree>
    <p:extLst>
      <p:ext uri="{BB962C8B-B14F-4D97-AF65-F5344CB8AC3E}">
        <p14:creationId xmlns:p14="http://schemas.microsoft.com/office/powerpoint/2010/main" val="26015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BAA96FD-7921-C2C7-F50F-D290B515878C}"/>
              </a:ext>
            </a:extLst>
          </p:cNvPr>
          <p:cNvSpPr txBox="1"/>
          <p:nvPr/>
        </p:nvSpPr>
        <p:spPr>
          <a:xfrm>
            <a:off x="6167336" y="145915"/>
            <a:ext cx="4156512" cy="1708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u="sng" dirty="0" err="1">
                <a:latin typeface="+mj-lt"/>
                <a:ea typeface="+mj-ea"/>
                <a:cs typeface="+mj-cs"/>
              </a:rPr>
              <a:t>Regeln</a:t>
            </a:r>
            <a:endParaRPr lang="en-US" sz="4000" u="sng" dirty="0"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 descr="Ein alter brüllender Löwe mit schwarzem Hintergrund">
            <a:extLst>
              <a:ext uri="{FF2B5EF4-FFF2-40B4-BE49-F238E27FC236}">
                <a16:creationId xmlns:a16="http://schemas.microsoft.com/office/drawing/2014/main" id="{F522DF97-2800-18EC-4384-18F4F29135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49" r="34361" b="-1"/>
          <a:stretch>
            <a:fillRect/>
          </a:stretch>
        </p:blipFill>
        <p:spPr>
          <a:xfrm>
            <a:off x="-1" y="-2"/>
            <a:ext cx="5074771" cy="685800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BAF100E-028E-E74D-4278-C3DA5D268C20}"/>
              </a:ext>
            </a:extLst>
          </p:cNvPr>
          <p:cNvSpPr txBox="1"/>
          <p:nvPr/>
        </p:nvSpPr>
        <p:spPr>
          <a:xfrm>
            <a:off x="5074770" y="1854159"/>
            <a:ext cx="6341644" cy="4857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Wenn </a:t>
            </a:r>
            <a:r>
              <a:rPr lang="en-US" sz="2000" b="1" dirty="0" err="1"/>
              <a:t>ihr</a:t>
            </a:r>
            <a:r>
              <a:rPr lang="en-US" sz="2000" b="1" dirty="0"/>
              <a:t> </a:t>
            </a:r>
            <a:r>
              <a:rPr lang="en-US" sz="2000" b="1" dirty="0" err="1"/>
              <a:t>Smashen</a:t>
            </a:r>
            <a:r>
              <a:rPr lang="en-US" sz="2000" b="1" dirty="0"/>
              <a:t> </a:t>
            </a:r>
            <a:r>
              <a:rPr lang="en-US" sz="2000" b="1" dirty="0" err="1"/>
              <a:t>würdet</a:t>
            </a:r>
            <a:r>
              <a:rPr lang="en-US" sz="2000" b="1" dirty="0"/>
              <a:t>	</a:t>
            </a:r>
            <a:r>
              <a:rPr lang="en-US" sz="2000" b="1" dirty="0">
                <a:highlight>
                  <a:srgbClr val="800080"/>
                </a:highlight>
              </a:rPr>
              <a:t>SCHREIT</a:t>
            </a:r>
            <a:r>
              <a:rPr lang="en-US" sz="2000" b="1" dirty="0"/>
              <a:t> </a:t>
            </a:r>
            <a:r>
              <a:rPr lang="en-US" sz="2000" b="1" dirty="0">
                <a:highlight>
                  <a:srgbClr val="FF0000"/>
                </a:highlight>
              </a:rPr>
              <a:t>SMASCH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Wenn </a:t>
            </a:r>
            <a:r>
              <a:rPr lang="en-US" sz="2000" b="1" dirty="0" err="1"/>
              <a:t>ihr</a:t>
            </a:r>
            <a:r>
              <a:rPr lang="en-US" sz="2000" b="1" dirty="0"/>
              <a:t> </a:t>
            </a:r>
            <a:r>
              <a:rPr lang="en-US" sz="2000" b="1" u="sng" dirty="0"/>
              <a:t>NICHT</a:t>
            </a:r>
            <a:r>
              <a:rPr lang="en-US" sz="2000" b="1" dirty="0"/>
              <a:t> </a:t>
            </a:r>
            <a:r>
              <a:rPr lang="en-US" sz="2000" b="1" dirty="0" err="1"/>
              <a:t>Smashen</a:t>
            </a:r>
            <a:r>
              <a:rPr lang="en-US" sz="2000" dirty="0"/>
              <a:t>	</a:t>
            </a:r>
            <a:r>
              <a:rPr lang="en-US" sz="2000" b="1" dirty="0">
                <a:highlight>
                  <a:srgbClr val="800080"/>
                </a:highlight>
              </a:rPr>
              <a:t>SCHREIT</a:t>
            </a:r>
            <a:r>
              <a:rPr lang="en-US" sz="2000" dirty="0"/>
              <a:t> </a:t>
            </a:r>
            <a:r>
              <a:rPr lang="en-US" sz="2000" b="1" dirty="0">
                <a:highlight>
                  <a:srgbClr val="FF0000"/>
                </a:highlight>
              </a:rPr>
              <a:t>PASS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>
              <a:highlight>
                <a:srgbClr val="FF0000"/>
              </a:highlight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Wenn </a:t>
            </a:r>
            <a:r>
              <a:rPr lang="en-US" sz="2000" b="1" dirty="0" err="1"/>
              <a:t>ihr</a:t>
            </a:r>
            <a:r>
              <a:rPr lang="en-US" sz="2000" b="1" dirty="0"/>
              <a:t> </a:t>
            </a:r>
            <a:r>
              <a:rPr lang="en-US" sz="2000" b="1" dirty="0" err="1"/>
              <a:t>Lügt</a:t>
            </a:r>
            <a:r>
              <a:rPr lang="en-US" sz="2000" b="1" dirty="0"/>
              <a:t>, </a:t>
            </a:r>
            <a:r>
              <a:rPr lang="en-US" sz="2000" b="1" dirty="0" err="1"/>
              <a:t>kommt</a:t>
            </a:r>
            <a:r>
              <a:rPr lang="en-US" sz="2000" b="1" dirty="0"/>
              <a:t> Herr Bayer und </a:t>
            </a:r>
            <a:r>
              <a:rPr lang="en-US" sz="2000" b="1" dirty="0" err="1"/>
              <a:t>gibt</a:t>
            </a:r>
            <a:r>
              <a:rPr lang="en-US" sz="2000" b="1" dirty="0"/>
              <a:t> </a:t>
            </a:r>
            <a:r>
              <a:rPr lang="en-US" sz="2000" b="1" dirty="0" err="1"/>
              <a:t>euch</a:t>
            </a:r>
            <a:r>
              <a:rPr lang="en-US" sz="2000" b="1" dirty="0"/>
              <a:t> </a:t>
            </a:r>
            <a:r>
              <a:rPr lang="en-US" sz="2000" b="1" dirty="0" err="1"/>
              <a:t>Backshots</a:t>
            </a:r>
            <a:r>
              <a:rPr lang="en-US" sz="2000" b="1" dirty="0"/>
              <a:t>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Wenn </a:t>
            </a:r>
            <a:r>
              <a:rPr lang="en-US" sz="2000" b="1" dirty="0" err="1"/>
              <a:t>ihr</a:t>
            </a:r>
            <a:r>
              <a:rPr lang="en-US" sz="2000" b="1" dirty="0"/>
              <a:t> </a:t>
            </a:r>
            <a:r>
              <a:rPr lang="en-US" sz="2000" b="1" dirty="0" err="1"/>
              <a:t>unsicher</a:t>
            </a:r>
            <a:r>
              <a:rPr lang="en-US" sz="2000" b="1" dirty="0"/>
              <a:t> </a:t>
            </a:r>
            <a:r>
              <a:rPr lang="en-US" sz="2000" b="1" dirty="0" err="1"/>
              <a:t>seid</a:t>
            </a:r>
            <a:r>
              <a:rPr lang="en-US" sz="2000" b="1" dirty="0"/>
              <a:t>, </a:t>
            </a:r>
            <a:r>
              <a:rPr lang="en-US" sz="2000" b="1" dirty="0" err="1"/>
              <a:t>müsst</a:t>
            </a:r>
            <a:r>
              <a:rPr lang="en-US" sz="2000" b="1" dirty="0"/>
              <a:t> </a:t>
            </a:r>
            <a:r>
              <a:rPr lang="en-US" sz="2000" b="1" dirty="0" err="1"/>
              <a:t>ihr</a:t>
            </a:r>
            <a:r>
              <a:rPr lang="en-US" sz="2000" b="1" dirty="0"/>
              <a:t> </a:t>
            </a:r>
            <a:r>
              <a:rPr lang="en-US" sz="2000" b="1" dirty="0" err="1">
                <a:highlight>
                  <a:srgbClr val="FF0000"/>
                </a:highlight>
              </a:rPr>
              <a:t>Smashen</a:t>
            </a:r>
            <a:r>
              <a:rPr lang="en-US" sz="2000" b="1" dirty="0"/>
              <a:t>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highlight>
                  <a:srgbClr val="00FF00"/>
                </a:highlight>
              </a:rPr>
              <a:t>3</a:t>
            </a:r>
            <a:r>
              <a:rPr lang="en-US" sz="2000" b="1" dirty="0"/>
              <a:t> </a:t>
            </a:r>
            <a:r>
              <a:rPr lang="en-US" sz="2000" b="1" dirty="0" err="1"/>
              <a:t>Sekunden</a:t>
            </a:r>
            <a:r>
              <a:rPr lang="en-US" sz="2000" b="1" dirty="0"/>
              <a:t> Zeit, </a:t>
            </a:r>
            <a:r>
              <a:rPr lang="en-US" sz="2000" b="1" dirty="0" err="1"/>
              <a:t>dann</a:t>
            </a:r>
            <a:r>
              <a:rPr lang="en-US" sz="2000" b="1" dirty="0"/>
              <a:t> </a:t>
            </a:r>
            <a:r>
              <a:rPr lang="en-US" sz="2000" b="1" dirty="0" err="1"/>
              <a:t>geht</a:t>
            </a:r>
            <a:r>
              <a:rPr lang="en-US" sz="2000" b="1" dirty="0"/>
              <a:t> </a:t>
            </a:r>
            <a:r>
              <a:rPr lang="en-US" sz="2000" b="1" dirty="0">
                <a:highlight>
                  <a:srgbClr val="00FF00"/>
                </a:highlight>
              </a:rPr>
              <a:t>AUTOMATISCH</a:t>
            </a:r>
            <a:r>
              <a:rPr lang="en-US" sz="2000" b="1" dirty="0"/>
              <a:t> </a:t>
            </a:r>
            <a:r>
              <a:rPr lang="en-US" sz="2000" b="1" dirty="0" err="1"/>
              <a:t>weiter</a:t>
            </a:r>
            <a:r>
              <a:rPr lang="en-US" sz="2000" b="1" dirty="0"/>
              <a:t>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Günther m50 </a:t>
            </a:r>
            <a:r>
              <a:rPr lang="en-US" sz="2000" b="1" dirty="0" err="1"/>
              <a:t>frägt</a:t>
            </a:r>
            <a:r>
              <a:rPr lang="en-US" sz="2000" b="1" dirty="0"/>
              <a:t> </a:t>
            </a:r>
            <a:r>
              <a:rPr lang="en-US" sz="2000" b="1" dirty="0" err="1"/>
              <a:t>nach</a:t>
            </a:r>
            <a:r>
              <a:rPr lang="en-US" sz="2000" b="1" dirty="0"/>
              <a:t> </a:t>
            </a:r>
            <a:r>
              <a:rPr lang="en-US" sz="2000" b="1" dirty="0" err="1"/>
              <a:t>eurem</a:t>
            </a:r>
            <a:r>
              <a:rPr lang="en-US" sz="2000" b="1" dirty="0"/>
              <a:t> Alter, bitte </a:t>
            </a:r>
            <a:r>
              <a:rPr lang="en-US" sz="2000" b="1" dirty="0" err="1"/>
              <a:t>Melden</a:t>
            </a:r>
            <a:br>
              <a:rPr lang="en-US" sz="2000" b="1" dirty="0"/>
            </a:br>
            <a:r>
              <a:rPr lang="en-US" sz="2000" b="1" dirty="0"/>
              <a:t>Günther </a:t>
            </a:r>
            <a:r>
              <a:rPr lang="en-US" sz="2000" b="1" dirty="0" err="1"/>
              <a:t>ist</a:t>
            </a:r>
            <a:r>
              <a:rPr lang="en-US" sz="2000" b="1" dirty="0"/>
              <a:t> </a:t>
            </a:r>
            <a:r>
              <a:rPr lang="en-US" sz="2000" b="1" dirty="0" err="1"/>
              <a:t>einsam</a:t>
            </a:r>
            <a:r>
              <a:rPr lang="en-US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9026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DA216DF-C268-4A25-A2DC-51E15F550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AE1EA30-8DB2-49A8-5FCC-5FDA3F075D94}"/>
              </a:ext>
            </a:extLst>
          </p:cNvPr>
          <p:cNvSpPr txBox="1"/>
          <p:nvPr/>
        </p:nvSpPr>
        <p:spPr>
          <a:xfrm>
            <a:off x="638881" y="4474080"/>
            <a:ext cx="10909640" cy="1065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u="sng">
                <a:latin typeface="+mj-lt"/>
                <a:ea typeface="+mj-ea"/>
                <a:cs typeface="+mj-cs"/>
              </a:rPr>
              <a:t>Beispiel</a:t>
            </a:r>
          </a:p>
        </p:txBody>
      </p:sp>
      <p:pic>
        <p:nvPicPr>
          <p:cNvPr id="1026" name="Picture 2" descr="Deutscher Bundestag - Dr. Alice Weidel">
            <a:extLst>
              <a:ext uri="{FF2B5EF4-FFF2-40B4-BE49-F238E27FC236}">
                <a16:creationId xmlns:a16="http://schemas.microsoft.com/office/drawing/2014/main" id="{2ED56ADB-5959-51CF-7774-9AB4D8CE8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8081" y="164592"/>
            <a:ext cx="3065526" cy="408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fik 3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1CD72F15-D9BD-4148-3D18-2B137544E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329184"/>
            <a:ext cx="3758184" cy="3758184"/>
          </a:xfrm>
          <a:prstGeom prst="rect">
            <a:avLst/>
          </a:prstGeom>
        </p:spPr>
      </p:pic>
      <p:pic>
        <p:nvPicPr>
          <p:cNvPr id="6" name="Grafik 5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DDD1E08E-915A-0AC7-E0D9-2BC8851407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47304" y="329184"/>
            <a:ext cx="3758184" cy="3758184"/>
          </a:xfrm>
          <a:prstGeom prst="rect">
            <a:avLst/>
          </a:prstGeom>
        </p:spPr>
      </p:pic>
      <p:sp>
        <p:nvSpPr>
          <p:cNvPr id="1033" name="sketch line">
            <a:extLst>
              <a:ext uri="{FF2B5EF4-FFF2-40B4-BE49-F238E27FC236}">
                <a16:creationId xmlns:a16="http://schemas.microsoft.com/office/drawing/2014/main" id="{DE127D07-37F2-4FE3-9F47-F0CD6740D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563476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lemme-smash_owKM2i4">
            <a:hlinkClick r:id="" action="ppaction://media"/>
            <a:extLst>
              <a:ext uri="{FF2B5EF4-FFF2-40B4-BE49-F238E27FC236}">
                <a16:creationId xmlns:a16="http://schemas.microsoft.com/office/drawing/2014/main" id="{924D38FA-6810-638B-C102-F44ABDAAF9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842504" y="470219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7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B5AB555-CE77-C75F-38F3-B28C6F8890BA}"/>
              </a:ext>
            </a:extLst>
          </p:cNvPr>
          <p:cNvSpPr txBox="1"/>
          <p:nvPr/>
        </p:nvSpPr>
        <p:spPr>
          <a:xfrm>
            <a:off x="3876257" y="2921168"/>
            <a:ext cx="4439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 err="1"/>
              <a:t>Let‘s</a:t>
            </a:r>
            <a:r>
              <a:rPr lang="de-DE" sz="6000" b="1" dirty="0"/>
              <a:t> beginn</a:t>
            </a:r>
          </a:p>
        </p:txBody>
      </p:sp>
      <p:pic>
        <p:nvPicPr>
          <p:cNvPr id="3" name="09. White Stockings">
            <a:hlinkClick r:id="" action="ppaction://media"/>
            <a:extLst>
              <a:ext uri="{FF2B5EF4-FFF2-40B4-BE49-F238E27FC236}">
                <a16:creationId xmlns:a16="http://schemas.microsoft.com/office/drawing/2014/main" id="{8F14D6CD-E613-409C-CEEC-90021E4F040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107497.75"/>
                  <p14:fade out="12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670587" y="3124199"/>
            <a:ext cx="609600" cy="6096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087EC67-510E-F671-A974-D1C79ABB4348}"/>
              </a:ext>
            </a:extLst>
          </p:cNvPr>
          <p:cNvSpPr txBox="1"/>
          <p:nvPr/>
        </p:nvSpPr>
        <p:spPr>
          <a:xfrm>
            <a:off x="5255031" y="3752165"/>
            <a:ext cx="2966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Es wird Gottlos</a:t>
            </a:r>
          </a:p>
          <a:p>
            <a:pPr algn="ctr"/>
            <a:r>
              <a:rPr lang="de-DE" dirty="0"/>
              <a:t>Viewer </a:t>
            </a:r>
            <a:r>
              <a:rPr lang="de-DE" dirty="0" err="1"/>
              <a:t>Discretion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advised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767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9091" numSld="999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FABB624F-BF77-4AE1-B71D-2D681D473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 descr="Female Bilder - Kostenloser Download auf Freepik">
            <a:extLst>
              <a:ext uri="{FF2B5EF4-FFF2-40B4-BE49-F238E27FC236}">
                <a16:creationId xmlns:a16="http://schemas.microsoft.com/office/drawing/2014/main" id="{6163E7CD-4AEA-732A-6A18-0B3DBC863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2" r="14643"/>
          <a:stretch>
            <a:fillRect/>
          </a:stretch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92601133-B103-D0A6-BCBA-15613A8062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164F89D2-A863-739A-95B0-578F0A750C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77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72CE04-CF77-649B-1EC8-19C475A6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4CA2564C-343E-3ED1-82F6-AA20EF3A3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E444A11-CADF-68EF-D950-6B1093D8B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9" b="3619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9178A0AD-F69E-FC34-09BF-178C8A189C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A555202C-5295-5317-273E-A87966A134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3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83EAC-DDE3-6E96-9C92-2573E1C66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650AB554-F833-EA12-4B45-FD6BB384B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89176DD-C5DB-05A9-AE06-461A5836D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42" b="12742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D0B99072-8EA4-67CD-B35E-D81CF861BD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10601BED-2BB6-FA65-2D77-4572F8B8C8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9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E86907-C42B-6352-7B45-BB786CC04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5EAF1050-C07A-7059-0937-D867EEA32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9063E3F-3E87-A34A-0E5C-6301A226D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9" r="19999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F5ADCE81-9004-ACF1-A289-DA264192A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190A7557-B355-B586-6782-DEED136E4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81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51D30E-8D1E-6DF8-D6F6-4DAB3C9F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510A0027-BD66-FCD8-0DA4-E65274E22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E31F2C7-B9DB-ED60-D158-052E94429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92" b="15092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41E24907-85F0-6D87-A185-B82BC615CD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E8FD8985-6822-AD70-D3E4-0B147D87B4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pic>
        <p:nvPicPr>
          <p:cNvPr id="4" name="uwu-discord-gorl">
            <a:hlinkClick r:id="" action="ppaction://media"/>
            <a:extLst>
              <a:ext uri="{FF2B5EF4-FFF2-40B4-BE49-F238E27FC236}">
                <a16:creationId xmlns:a16="http://schemas.microsoft.com/office/drawing/2014/main" id="{3568A606-9934-3487-44FA-5A53CD91E6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229854" y="310553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8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9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DA26B-2BCC-6BA0-E0B5-7305D320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09F3E654-8A48-C31E-83D6-E19A9857F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8DC67CD-10B8-38DE-C8D5-788A31044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5" b="7835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43BBE9B-8E85-9FE7-A55A-B0E261E924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72A7F00A-E86B-6017-5314-20C5AF5278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pic>
        <p:nvPicPr>
          <p:cNvPr id="4" name="markiplier-smash">
            <a:hlinkClick r:id="" action="ppaction://media"/>
            <a:extLst>
              <a:ext uri="{FF2B5EF4-FFF2-40B4-BE49-F238E27FC236}">
                <a16:creationId xmlns:a16="http://schemas.microsoft.com/office/drawing/2014/main" id="{77904F39-C159-0C8A-661E-69CDA471AE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432901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5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4AC74A-9325-7A7A-3F70-309EB10A1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4C360082-F321-514C-E360-34D739C09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48B9053-9899-0C24-6874-381965C19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4" b="10794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D504C08F-C126-E0BC-B090-8DE12FF45C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6949A0B7-572B-3556-2840-1B3E3858F9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pic>
        <p:nvPicPr>
          <p:cNvPr id="4" name="hub-intro-sound">
            <a:hlinkClick r:id="" action="ppaction://media"/>
            <a:extLst>
              <a:ext uri="{FF2B5EF4-FFF2-40B4-BE49-F238E27FC236}">
                <a16:creationId xmlns:a16="http://schemas.microsoft.com/office/drawing/2014/main" id="{2C0ADB2B-BA0A-0198-BCA5-D297E2BF31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534654" y="312420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8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0617D-BC51-C8DA-2CA7-40CB0EE0D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7071B434-075F-2BC3-4A3D-126061774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5D82E37-F9CF-5972-B427-A573D446A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4" b="3474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D5E07116-EEDD-C390-77FF-B44BE9D488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48F109A3-B7F2-8E40-9D4A-A75F4AEC9F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63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2919B-B2CF-41B1-F0C5-FEDDCEC5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346A91E9-6F96-4EFF-3F53-4EA9BC225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3FFF39A-F907-9047-6059-E5919E24C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16" b="18316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95BC4143-A787-9FBB-FD34-08BD96C459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914DB5F8-2405-550D-D071-26078017DC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0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43802-25D7-426F-30B3-0E454D69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EE76547F-0B14-ABBA-C79E-9279B5BE1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6C4F486-58E2-4889-D659-D7BF0FE57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9" b="6869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3B69AB7C-AAE9-50A2-22BF-A17617A5EB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5D62A4FF-ECF1-D04E-B910-F06D2CD3E0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1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EF56AA-96F4-AE67-A496-3B050C1DF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D26D57B7-1DEF-DC88-3241-F3646578F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13E43A3-12C9-0F35-D4EC-D6410ABD2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9" b="6869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763CEF71-7B15-89F4-41B5-BF8991AE55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C67088F4-7ACC-CE0B-EA20-6DFAE4267D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pic>
        <p:nvPicPr>
          <p:cNvPr id="5" name="Grafik 4" descr="Ein Bild, das Menschliches Gesicht, Person, Selfie, Kinn enthält.&#10;&#10;KI-generierte Inhalte können fehlerhaft sein.">
            <a:extLst>
              <a:ext uri="{FF2B5EF4-FFF2-40B4-BE49-F238E27FC236}">
                <a16:creationId xmlns:a16="http://schemas.microsoft.com/office/drawing/2014/main" id="{44EC831F-C4FE-2324-8A0A-CDA537E2C1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8938" y="358219"/>
            <a:ext cx="2168723" cy="206447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F615BA8-547A-B78B-40FF-95275BCF5E83}"/>
              </a:ext>
            </a:extLst>
          </p:cNvPr>
          <p:cNvSpPr txBox="1"/>
          <p:nvPr/>
        </p:nvSpPr>
        <p:spPr>
          <a:xfrm>
            <a:off x="2895000" y="6155702"/>
            <a:ext cx="18565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000" dirty="0"/>
              <a:t>Und jetzt?</a:t>
            </a:r>
          </a:p>
        </p:txBody>
      </p:sp>
    </p:spTree>
    <p:extLst>
      <p:ext uri="{BB962C8B-B14F-4D97-AF65-F5344CB8AC3E}">
        <p14:creationId xmlns:p14="http://schemas.microsoft.com/office/powerpoint/2010/main" val="2867472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EFCA33-2ACF-C40E-FBB9-13E1EDE73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0EA30BDF-D925-FB4F-D926-21FFB5B8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07F996A-E82A-F3DC-70CC-56ECFC62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01" b="18501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7D757F26-DA81-15AD-88E5-8BBC65EC36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BCAE79DA-7A38-7814-11F3-C5B0A9EA6F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pic>
        <p:nvPicPr>
          <p:cNvPr id="4" name="thanks-obama-mp3cut">
            <a:hlinkClick r:id="" action="ppaction://media"/>
            <a:extLst>
              <a:ext uri="{FF2B5EF4-FFF2-40B4-BE49-F238E27FC236}">
                <a16:creationId xmlns:a16="http://schemas.microsoft.com/office/drawing/2014/main" id="{E4702F65-919D-E793-89EC-7250FBA2B6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34654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4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C415C0-1B58-6B77-8C87-B3B61579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E9C03FB1-DF5D-86FB-CBDE-A67BA435E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8D36EE1-7337-92F7-38AD-2F80139E1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4" b="3474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B29FAF67-0285-748F-87EC-89456FD0C3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DAFA1616-2017-2D81-2C95-1037B342AC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pic>
        <p:nvPicPr>
          <p:cNvPr id="4" name="thung-thung-sahur">
            <a:hlinkClick r:id="" action="ppaction://media"/>
            <a:extLst>
              <a:ext uri="{FF2B5EF4-FFF2-40B4-BE49-F238E27FC236}">
                <a16:creationId xmlns:a16="http://schemas.microsoft.com/office/drawing/2014/main" id="{5858DC8C-B2ED-8EA4-A774-CA9086AF90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58268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30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9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BFBF6C-DE49-EB94-C6E4-DD0276E51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50197056-4E92-BDF5-F83D-31D656A7C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9E0AE43-634E-1372-D065-49DAF5646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6" b="1186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77372346-74C5-46F4-D40B-D55A362299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C1A93A7E-9FE4-C59E-86BC-BA77D82287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995A034C-18DE-2B47-344A-1206260FB52B}"/>
              </a:ext>
            </a:extLst>
          </p:cNvPr>
          <p:cNvSpPr txBox="1"/>
          <p:nvPr/>
        </p:nvSpPr>
        <p:spPr>
          <a:xfrm>
            <a:off x="2636474" y="902434"/>
            <a:ext cx="16257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000" dirty="0"/>
              <a:t>Ling </a:t>
            </a:r>
            <a:r>
              <a:rPr lang="de-DE" sz="3000" dirty="0" err="1"/>
              <a:t>Ling</a:t>
            </a:r>
            <a:endParaRPr lang="de-DE" sz="3000" dirty="0"/>
          </a:p>
        </p:txBody>
      </p:sp>
    </p:spTree>
    <p:extLst>
      <p:ext uri="{BB962C8B-B14F-4D97-AF65-F5344CB8AC3E}">
        <p14:creationId xmlns:p14="http://schemas.microsoft.com/office/powerpoint/2010/main" val="96916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17E47-8EB1-6385-FF49-86C4CD1F2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F67607F8-6DD2-2412-7828-E89907FF9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FE3609F-D59F-D246-D7F3-C47EA96D8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4" b="3474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DB1DE8A1-09AF-E04B-3B6E-5347249A3B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55AD7129-4279-E7FD-DF7D-26BCBD36B6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4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68F24-8D17-72BF-1FBD-9512E17E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888DA959-8E96-B95E-D4EF-27504E7D1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82D4E74-503E-8719-684E-95EA67357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42" b="12742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6C905DAD-67C4-96D2-8076-830F99AAAE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811F79E-7CF1-7745-0A70-8061020CBC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pic>
        <p:nvPicPr>
          <p:cNvPr id="4" name="toms-screams">
            <a:hlinkClick r:id="" action="ppaction://media"/>
            <a:extLst>
              <a:ext uri="{FF2B5EF4-FFF2-40B4-BE49-F238E27FC236}">
                <a16:creationId xmlns:a16="http://schemas.microsoft.com/office/drawing/2014/main" id="{665568C9-B212-2292-39F8-8E2FE685C9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370056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16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0BE2B-ABF7-F357-0DEC-3DF498AE7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1539BE11-2D89-F28F-B0B0-41366DD63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785043C-3F29-A9AA-0AA7-8FB273FD7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75" r="26975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889CF556-D661-C323-2631-F9148222E6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4A7CEBCF-066D-891D-78E6-043938B33D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pic>
        <p:nvPicPr>
          <p:cNvPr id="4" name="alien-yapping">
            <a:hlinkClick r:id="" action="ppaction://media"/>
            <a:extLst>
              <a:ext uri="{FF2B5EF4-FFF2-40B4-BE49-F238E27FC236}">
                <a16:creationId xmlns:a16="http://schemas.microsoft.com/office/drawing/2014/main" id="{400B80A5-6115-A1BC-03AA-04C5081D92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440891" y="312420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5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29015-1E55-75C6-6829-8B5344F9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C1ED4F0D-FB65-D4B2-30E8-1CED85AB7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C63A2CB-A9E1-5108-4230-27A94EE3F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4" b="3474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835B799E-550B-8B3D-461A-B5524D445C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54E29283-C46D-3627-A566-A7A4303AAC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pic>
        <p:nvPicPr>
          <p:cNvPr id="4" name="its-pikachu-short">
            <a:hlinkClick r:id="" action="ppaction://media"/>
            <a:extLst>
              <a:ext uri="{FF2B5EF4-FFF2-40B4-BE49-F238E27FC236}">
                <a16:creationId xmlns:a16="http://schemas.microsoft.com/office/drawing/2014/main" id="{EFF19E6B-75B1-5E99-3328-CEC7A8A76B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370056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8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915CD-EAF0-71CC-8D9E-56CD51F31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580A40E4-ABD3-6E3C-8473-4396698F0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52F3C0A-5178-2BE4-431A-07EDD66E1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4" b="3474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84593294-6F67-2D7D-0D48-5BCC5229CF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F1AA4F2E-F29D-E566-3533-93A0BFC322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pic>
        <p:nvPicPr>
          <p:cNvPr id="4" name="roblox-death-sound_1">
            <a:hlinkClick r:id="" action="ppaction://media"/>
            <a:extLst>
              <a:ext uri="{FF2B5EF4-FFF2-40B4-BE49-F238E27FC236}">
                <a16:creationId xmlns:a16="http://schemas.microsoft.com/office/drawing/2014/main" id="{BEAA0DC1-AB1F-2862-20AC-3B5A0296D3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86549" y="312420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8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85F45A-397F-A3CA-C39C-948850788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854FB093-3D97-D1D0-80D9-911B0903D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74A250D-7CBA-1619-BE13-EEE3A40EA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9" b="3759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559677B3-7B2C-8661-DA2C-7FE08B9F4C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3FBE4DD6-CE2F-BC61-EBCD-3902D121B1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pic>
        <p:nvPicPr>
          <p:cNvPr id="4" name="russian-meme">
            <a:hlinkClick r:id="" action="ppaction://media"/>
            <a:extLst>
              <a:ext uri="{FF2B5EF4-FFF2-40B4-BE49-F238E27FC236}">
                <a16:creationId xmlns:a16="http://schemas.microsoft.com/office/drawing/2014/main" id="{C629AE60-F952-1168-174D-48AEA2040C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3313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32B7A-95A5-6C48-2F12-6F2CC19B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DDB141F4-5B2B-9B5B-B762-4A89B340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1CCE867-2CF4-0DAC-0773-3D4589D36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4" b="3474"/>
          <a:stretch/>
        </p:blipFill>
        <p:spPr bwMode="auto">
          <a:xfrm>
            <a:off x="-1" y="10"/>
            <a:ext cx="73700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 descr="Ein Bild, das Text, Schrift, Grafiken, rot enthält.&#10;&#10;KI-generierte Inhalte können fehlerhaft sein.">
            <a:extLst>
              <a:ext uri="{FF2B5EF4-FFF2-40B4-BE49-F238E27FC236}">
                <a16:creationId xmlns:a16="http://schemas.microsoft.com/office/drawing/2014/main" id="{0C1FDEDF-D827-DDE1-44AF-A1652041A6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749" r="-3" b="1639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3" name="Grafik 2" descr="Ein Bild, das Grün, Schrift, Grafiken, Text enthält.&#10;&#10;KI-generierte Inhalte können fehlerhaft sein.">
            <a:extLst>
              <a:ext uri="{FF2B5EF4-FFF2-40B4-BE49-F238E27FC236}">
                <a16:creationId xmlns:a16="http://schemas.microsoft.com/office/drawing/2014/main" id="{8DBA5417-5287-004D-9DC8-F14DB03BC6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7" r="3" b="16536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  <p:pic>
        <p:nvPicPr>
          <p:cNvPr id="4" name="robot">
            <a:hlinkClick r:id="" action="ppaction://media"/>
            <a:extLst>
              <a:ext uri="{FF2B5EF4-FFF2-40B4-BE49-F238E27FC236}">
                <a16:creationId xmlns:a16="http://schemas.microsoft.com/office/drawing/2014/main" id="{A15CF960-B3E1-A560-E152-6CB3BCE93E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34654" y="312420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11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9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9AAE224-D55B-95FB-E72A-C6A61A25F8C8}"/>
              </a:ext>
            </a:extLst>
          </p:cNvPr>
          <p:cNvSpPr txBox="1"/>
          <p:nvPr/>
        </p:nvSpPr>
        <p:spPr>
          <a:xfrm>
            <a:off x="1551198" y="2228671"/>
            <a:ext cx="9089603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6000" b="1" dirty="0"/>
              <a:t>Egal, ob Smash oder Pass</a:t>
            </a:r>
          </a:p>
          <a:p>
            <a:pPr algn="ctr"/>
            <a:br>
              <a:rPr lang="de-DE" sz="6000" b="1" dirty="0"/>
            </a:br>
            <a:r>
              <a:rPr lang="de-DE" sz="3000" b="1" dirty="0"/>
              <a:t>Ihr seid alle </a:t>
            </a:r>
            <a:r>
              <a:rPr lang="de-DE" sz="3000" b="1" dirty="0" err="1"/>
              <a:t>Gooner</a:t>
            </a:r>
            <a:r>
              <a:rPr lang="de-DE" sz="3000" b="1" dirty="0"/>
              <a:t> (</a:t>
            </a:r>
            <a:r>
              <a:rPr lang="de-DE" sz="3000" b="1" dirty="0" err="1"/>
              <a:t>Que</a:t>
            </a:r>
            <a:r>
              <a:rPr lang="de-DE" sz="3000" b="1" dirty="0"/>
              <a:t> Pro)</a:t>
            </a:r>
          </a:p>
        </p:txBody>
      </p:sp>
      <p:pic>
        <p:nvPicPr>
          <p:cNvPr id="1026" name="Picture 2" descr="Que Pro Canción Completa - Remix Elihu Lerma | (Official video)">
            <a:extLst>
              <a:ext uri="{FF2B5EF4-FFF2-40B4-BE49-F238E27FC236}">
                <a16:creationId xmlns:a16="http://schemas.microsoft.com/office/drawing/2014/main" id="{A64DE3E8-BE20-055B-4610-EE6A6A1DF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29902"/>
            <a:ext cx="4137499" cy="232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Que Pro Canción Completa - Remix Elihu Lerma | (Official video)">
            <a:extLst>
              <a:ext uri="{FF2B5EF4-FFF2-40B4-BE49-F238E27FC236}">
                <a16:creationId xmlns:a16="http://schemas.microsoft.com/office/drawing/2014/main" id="{6AC0FF5A-6719-E1BE-5784-7269620F5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499" y="4529902"/>
            <a:ext cx="4137497" cy="232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Que Pro Canción Completa - Remix Elihu Lerma | (Official video)">
            <a:extLst>
              <a:ext uri="{FF2B5EF4-FFF2-40B4-BE49-F238E27FC236}">
                <a16:creationId xmlns:a16="http://schemas.microsoft.com/office/drawing/2014/main" id="{E7B7A0E4-3E48-B5A7-7D4C-8F2615CC6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502" y="4529904"/>
            <a:ext cx="4137497" cy="232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475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50CD-175E-DEC6-F321-37DFD914C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65F52F3-2C1D-3A85-F4CC-08693F5A1905}"/>
              </a:ext>
            </a:extLst>
          </p:cNvPr>
          <p:cNvSpPr txBox="1"/>
          <p:nvPr/>
        </p:nvSpPr>
        <p:spPr>
          <a:xfrm>
            <a:off x="4360877" y="3152001"/>
            <a:ext cx="34702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000" b="1" dirty="0"/>
              <a:t>Danke fürs Spielen</a:t>
            </a:r>
          </a:p>
        </p:txBody>
      </p:sp>
    </p:spTree>
    <p:extLst>
      <p:ext uri="{BB962C8B-B14F-4D97-AF65-F5344CB8AC3E}">
        <p14:creationId xmlns:p14="http://schemas.microsoft.com/office/powerpoint/2010/main" val="3163778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Breitbild</PresentationFormat>
  <Paragraphs>23</Paragraphs>
  <Slides>29</Slides>
  <Notes>2</Notes>
  <HiddenSlides>0</HiddenSlides>
  <MMClips>13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</dc:creator>
  <cp:lastModifiedBy>Alex</cp:lastModifiedBy>
  <cp:revision>21</cp:revision>
  <dcterms:created xsi:type="dcterms:W3CDTF">2025-12-18T17:13:04Z</dcterms:created>
  <dcterms:modified xsi:type="dcterms:W3CDTF">2025-12-18T21:27:31Z</dcterms:modified>
</cp:coreProperties>
</file>