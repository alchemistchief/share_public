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Afacad Flux" panose="020B0604020202020204" charset="0"/>
      <p:regular r:id="rId14"/>
      <p:bold r:id="rId15"/>
    </p:embeddedFont>
    <p:embeddedFont>
      <p:font typeface="Comfortaa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780460" y="428625"/>
            <a:ext cx="86310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FF00"/>
                </a:solidFill>
                <a:latin typeface="Comfortaa"/>
                <a:ea typeface="Comfortaa"/>
                <a:cs typeface="Comfortaa"/>
                <a:sym typeface="Comfortaa"/>
              </a:rPr>
              <a:t>DIE </a:t>
            </a:r>
            <a:r>
              <a:rPr lang="en-US" sz="6000" b="1">
                <a:solidFill>
                  <a:srgbClr val="00FF00"/>
                </a:solidFill>
                <a:latin typeface="Comfortaa"/>
                <a:ea typeface="Comfortaa"/>
                <a:cs typeface="Comfortaa"/>
                <a:sym typeface="Comfortaa"/>
              </a:rPr>
              <a:t>ULTIMATE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00FF00"/>
                </a:solidFill>
                <a:latin typeface="Comfortaa"/>
                <a:ea typeface="Comfortaa"/>
                <a:cs typeface="Comfortaa"/>
                <a:sym typeface="Comfortaa"/>
              </a:rPr>
              <a:t> MULTI-MEGA-</a:t>
            </a:r>
            <a:r>
              <a:rPr lang="en-US" sz="6000" b="1">
                <a:solidFill>
                  <a:srgbClr val="00FF00"/>
                </a:solidFill>
                <a:latin typeface="Comfortaa"/>
                <a:ea typeface="Comfortaa"/>
                <a:cs typeface="Comfortaa"/>
                <a:sym typeface="Comfortaa"/>
              </a:rPr>
              <a:t>GAY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00FF00"/>
                </a:solidFill>
                <a:latin typeface="Comfortaa"/>
                <a:ea typeface="Comfortaa"/>
                <a:cs typeface="Comfortaa"/>
                <a:sym typeface="Comfortaa"/>
              </a:rPr>
              <a:t> PRÄSENTATION 202</a:t>
            </a:r>
            <a:r>
              <a:rPr lang="en-US" sz="6000" b="1">
                <a:solidFill>
                  <a:srgbClr val="00FF00"/>
                </a:solidFill>
                <a:latin typeface="Comfortaa"/>
                <a:ea typeface="Comfortaa"/>
                <a:cs typeface="Comfortaa"/>
                <a:sym typeface="Comfortaa"/>
              </a:rPr>
              <a:t>6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199587" y="6175275"/>
            <a:ext cx="35337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FFFF"/>
                </a:solidFill>
                <a:latin typeface="Afacad Flux"/>
                <a:ea typeface="Afacad Flux"/>
                <a:cs typeface="Afacad Flux"/>
                <a:sym typeface="Afacad Flux"/>
              </a:rPr>
              <a:t>[ LEVEL: MAXIMUM ]</a:t>
            </a:r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C1DFA0A-A063-7551-CCA4-DD182FE2D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473" y="3177277"/>
            <a:ext cx="9389096" cy="30198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6313" y="3505200"/>
            <a:ext cx="926380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2514600" y="902047"/>
            <a:ext cx="7520940" cy="169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THEMA 1: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FORTNITE KRIEGE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4624387" y="2807047"/>
            <a:ext cx="2943225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Klassenkampf, V-Bucks &amp; Schwitzen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4417516"/>
            <a:ext cx="5476875" cy="71244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428625" y="2575619"/>
            <a:ext cx="5750718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FFF"/>
                </a:solidFill>
                <a:latin typeface="Afacad Flux"/>
                <a:ea typeface="Afacad Flux"/>
                <a:cs typeface="Afacad Flux"/>
                <a:sym typeface="Afacad Flux"/>
              </a:rPr>
              <a:t>Die Fakten der Armut:</a:t>
            </a:r>
            <a:endParaRPr/>
          </a:p>
        </p:txBody>
      </p:sp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7443" y="1396156"/>
            <a:ext cx="5400675" cy="546184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742950" y="3135689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09625" y="3137594"/>
            <a:ext cx="5095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Kein Skin = Kein Respekt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42950" y="340804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09625" y="3409950"/>
            <a:ext cx="5095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Default Dance ist Kriegserklärung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42950" y="3680400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09625" y="3682305"/>
            <a:ext cx="5095875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90% aller No-Skins sind eigentlich Pros auf Smurf-Accounts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42950" y="395275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09625" y="3954660"/>
            <a:ext cx="5095875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V-Bucks Inflation ist schlimmer als im echten Leben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" y="4617541"/>
            <a:ext cx="5076825" cy="3123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428625" y="428625"/>
            <a:ext cx="1176337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F00FF"/>
                </a:solidFill>
                <a:latin typeface="Comfortaa"/>
                <a:ea typeface="Comfortaa"/>
                <a:cs typeface="Comfortaa"/>
                <a:sym typeface="Comfortaa"/>
              </a:rPr>
              <a:t>NO-SKIN KLASSENKAMPF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428625" y="962025"/>
            <a:ext cx="11334750" cy="28575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4394745"/>
            <a:ext cx="113347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1310729"/>
            <a:ext cx="3651200" cy="2798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70325" y="1310729"/>
            <a:ext cx="3651200" cy="2798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12025" y="1310729"/>
            <a:ext cx="3651349" cy="2798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6725" y="4432845"/>
            <a:ext cx="1125855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57372" y="2253704"/>
            <a:ext cx="339370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FFF"/>
                </a:solidFill>
                <a:latin typeface="Afacad Flux"/>
                <a:ea typeface="Afacad Flux"/>
                <a:cs typeface="Afacad Flux"/>
                <a:sym typeface="Afacad Flux"/>
              </a:rPr>
              <a:t>Building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38175" y="2872829"/>
            <a:ext cx="3232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World Trade Center</a:t>
            </a:r>
            <a:endParaRPr sz="1650">
              <a:solidFill>
                <a:srgbClr val="DAFFDE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4399072" y="2253704"/>
            <a:ext cx="339370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FFF"/>
                </a:solidFill>
                <a:latin typeface="Afacad Flux"/>
                <a:ea typeface="Afacad Flux"/>
                <a:cs typeface="Afacad Flux"/>
                <a:sym typeface="Afacad Flux"/>
              </a:rPr>
              <a:t>Spending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479875" y="2872829"/>
            <a:ext cx="3232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moneyz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240769" y="2253704"/>
            <a:ext cx="339386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FFF"/>
                </a:solidFill>
                <a:latin typeface="Afacad Flux"/>
                <a:ea typeface="Afacad Flux"/>
                <a:cs typeface="Afacad Flux"/>
                <a:sym typeface="Afacad Flux"/>
              </a:rPr>
              <a:t>Lobby-Kick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321575" y="2872829"/>
            <a:ext cx="3232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alt f4</a:t>
            </a:r>
            <a:endParaRPr/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87450" y="1577429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29151" y="1577429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99575" y="157742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428625" y="428625"/>
            <a:ext cx="1176337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F00FF"/>
                </a:solidFill>
                <a:latin typeface="Comfortaa"/>
                <a:ea typeface="Comfortaa"/>
                <a:cs typeface="Comfortaa"/>
                <a:sym typeface="Comfortaa"/>
              </a:rPr>
              <a:t>DIE 3 PHASEN DER WUT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428625" y="962025"/>
            <a:ext cx="11334750" cy="28575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112025" y="4152837"/>
            <a:ext cx="3749002" cy="210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813000" y="3899447"/>
            <a:ext cx="4098224" cy="2305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19975" y="3791611"/>
            <a:ext cx="4704026" cy="2646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124032" y="1120790"/>
            <a:ext cx="54768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 err="1">
                <a:solidFill>
                  <a:srgbClr val="00FFFF"/>
                </a:solidFill>
                <a:latin typeface="Afacad Flux"/>
                <a:ea typeface="Afacad Flux"/>
                <a:cs typeface="Afacad Flux"/>
                <a:sym typeface="Afacad Flux"/>
              </a:rPr>
              <a:t>Höhere</a:t>
            </a:r>
            <a:r>
              <a:rPr lang="en-US" sz="2250" b="0" i="0" u="none" strike="noStrike" cap="none" dirty="0">
                <a:solidFill>
                  <a:srgbClr val="00FFFF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250" b="0" i="0" u="none" strike="noStrike" cap="none" dirty="0" err="1">
                <a:solidFill>
                  <a:srgbClr val="00FFFF"/>
                </a:solidFill>
                <a:latin typeface="Afacad Flux"/>
                <a:ea typeface="Afacad Flux"/>
                <a:cs typeface="Afacad Flux"/>
                <a:sym typeface="Afacad Flux"/>
              </a:rPr>
              <a:t>Toxizität</a:t>
            </a:r>
            <a:r>
              <a:rPr lang="en-US" sz="2250" b="0" i="0" u="none" strike="noStrike" cap="none" dirty="0">
                <a:solidFill>
                  <a:srgbClr val="00FFFF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250" b="0" i="0" u="none" strike="noStrike" cap="none" dirty="0" err="1">
                <a:solidFill>
                  <a:srgbClr val="00FFFF"/>
                </a:solidFill>
                <a:latin typeface="Afacad Flux"/>
                <a:ea typeface="Afacad Flux"/>
                <a:cs typeface="Afacad Flux"/>
                <a:sym typeface="Afacad Flux"/>
              </a:rPr>
              <a:t>seit</a:t>
            </a:r>
            <a:r>
              <a:rPr lang="en-US" sz="2250" b="0" i="0" u="none" strike="noStrike" cap="none" dirty="0">
                <a:solidFill>
                  <a:srgbClr val="00FFFF"/>
                </a:solidFill>
                <a:latin typeface="Afacad Flux"/>
                <a:ea typeface="Afacad Flux"/>
                <a:cs typeface="Afacad Flux"/>
                <a:sym typeface="Afacad Flux"/>
              </a:rPr>
              <a:t> 1999</a:t>
            </a:r>
            <a:endParaRPr dirty="0"/>
          </a:p>
        </p:txBody>
      </p:sp>
      <p:sp>
        <p:nvSpPr>
          <p:cNvPr id="150" name="Google Shape;150;p17"/>
          <p:cNvSpPr txBox="1"/>
          <p:nvPr/>
        </p:nvSpPr>
        <p:spPr>
          <a:xfrm>
            <a:off x="428625" y="428625"/>
            <a:ext cx="11763375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 dirty="0">
                <a:solidFill>
                  <a:srgbClr val="FF00FF"/>
                </a:solidFill>
                <a:latin typeface="Comfortaa"/>
                <a:ea typeface="Comfortaa"/>
                <a:cs typeface="Comfortaa"/>
                <a:sym typeface="Comfortaa"/>
              </a:rPr>
              <a:t>Kriege der 90er</a:t>
            </a:r>
            <a:endParaRPr dirty="0"/>
          </a:p>
        </p:txBody>
      </p:sp>
      <p:sp>
        <p:nvSpPr>
          <p:cNvPr id="151" name="Google Shape;151;p17"/>
          <p:cNvSpPr/>
          <p:nvPr/>
        </p:nvSpPr>
        <p:spPr>
          <a:xfrm>
            <a:off x="428625" y="962025"/>
            <a:ext cx="11334750" cy="28575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7523" y="1005706"/>
            <a:ext cx="5382550" cy="573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18BDEC5E-C0C4-FB47-65C1-F6C3A1089C63}"/>
              </a:ext>
            </a:extLst>
          </p:cNvPr>
          <p:cNvSpPr txBox="1"/>
          <p:nvPr/>
        </p:nvSpPr>
        <p:spPr>
          <a:xfrm>
            <a:off x="158460" y="1680503"/>
            <a:ext cx="50339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500" b="1" dirty="0">
                <a:solidFill>
                  <a:srgbClr val="FF0000"/>
                </a:solidFill>
              </a:rPr>
              <a:t>Wer keine 90s bauen kann wird abgeschlachtet</a:t>
            </a:r>
          </a:p>
        </p:txBody>
      </p:sp>
      <p:pic>
        <p:nvPicPr>
          <p:cNvPr id="3" name="Grafik 2" descr="Bxsically's 90s Speed Test [ bxsically ] – Fortnite Creative Map Code">
            <a:extLst>
              <a:ext uri="{FF2B5EF4-FFF2-40B4-BE49-F238E27FC236}">
                <a16:creationId xmlns:a16="http://schemas.microsoft.com/office/drawing/2014/main" id="{58DE005A-AEB5-FAEC-2998-757E5CB8F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06" y="2615159"/>
            <a:ext cx="6114911" cy="417870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28DFF97-2185-74E9-29E4-1EAC456D42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4174" y="1"/>
            <a:ext cx="1162419" cy="6793862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2211AD0D-4E52-213E-DA17-AED2B3598EE0}"/>
              </a:ext>
            </a:extLst>
          </p:cNvPr>
          <p:cNvSpPr/>
          <p:nvPr/>
        </p:nvSpPr>
        <p:spPr>
          <a:xfrm rot="20743413">
            <a:off x="7076084" y="2590357"/>
            <a:ext cx="2507530" cy="4960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81EA17C-4BD2-0A56-3EAA-64C91553F8D7}"/>
              </a:ext>
            </a:extLst>
          </p:cNvPr>
          <p:cNvSpPr/>
          <p:nvPr/>
        </p:nvSpPr>
        <p:spPr>
          <a:xfrm rot="20743413">
            <a:off x="7359190" y="3404198"/>
            <a:ext cx="2507530" cy="4960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8200382-4BE5-9181-3E83-727728DBDB45}"/>
              </a:ext>
            </a:extLst>
          </p:cNvPr>
          <p:cNvSpPr txBox="1"/>
          <p:nvPr/>
        </p:nvSpPr>
        <p:spPr>
          <a:xfrm>
            <a:off x="9014553" y="2603259"/>
            <a:ext cx="13094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FF0000"/>
                </a:solidFill>
                <a:highlight>
                  <a:srgbClr val="000000"/>
                </a:highlight>
              </a:rPr>
              <a:t>10CM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E330435-8FA3-52AE-80F7-CD31434028C6}"/>
              </a:ext>
            </a:extLst>
          </p:cNvPr>
          <p:cNvCxnSpPr>
            <a:cxnSpLocks/>
          </p:cNvCxnSpPr>
          <p:nvPr/>
        </p:nvCxnSpPr>
        <p:spPr>
          <a:xfrm flipH="1" flipV="1">
            <a:off x="8918364" y="2500075"/>
            <a:ext cx="214550" cy="727694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8B94655B-E333-662E-61D4-5FA79A49A5E1}"/>
              </a:ext>
            </a:extLst>
          </p:cNvPr>
          <p:cNvCxnSpPr>
            <a:cxnSpLocks/>
          </p:cNvCxnSpPr>
          <p:nvPr/>
        </p:nvCxnSpPr>
        <p:spPr>
          <a:xfrm flipH="1" flipV="1">
            <a:off x="8907278" y="2500075"/>
            <a:ext cx="214550" cy="727694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DA91A370-9D30-381F-EACC-E87935929942}"/>
              </a:ext>
            </a:extLst>
          </p:cNvPr>
          <p:cNvCxnSpPr>
            <a:cxnSpLocks/>
          </p:cNvCxnSpPr>
          <p:nvPr/>
        </p:nvCxnSpPr>
        <p:spPr>
          <a:xfrm flipH="1" flipV="1">
            <a:off x="8941089" y="2500075"/>
            <a:ext cx="214550" cy="727694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hteck 25">
            <a:extLst>
              <a:ext uri="{FF2B5EF4-FFF2-40B4-BE49-F238E27FC236}">
                <a16:creationId xmlns:a16="http://schemas.microsoft.com/office/drawing/2014/main" id="{634854FE-9EB3-F7C6-8C7B-F636705B80ED}"/>
              </a:ext>
            </a:extLst>
          </p:cNvPr>
          <p:cNvSpPr/>
          <p:nvPr/>
        </p:nvSpPr>
        <p:spPr>
          <a:xfrm>
            <a:off x="5098974" y="140273"/>
            <a:ext cx="1575338" cy="4571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D0BA72B5-46B0-5F91-A849-374331153A35}"/>
              </a:ext>
            </a:extLst>
          </p:cNvPr>
          <p:cNvSpPr/>
          <p:nvPr/>
        </p:nvSpPr>
        <p:spPr>
          <a:xfrm>
            <a:off x="5093327" y="247485"/>
            <a:ext cx="45719" cy="647024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48191FE0-460A-7FA5-0221-F97418AE3CAA}"/>
              </a:ext>
            </a:extLst>
          </p:cNvPr>
          <p:cNvSpPr/>
          <p:nvPr/>
        </p:nvSpPr>
        <p:spPr>
          <a:xfrm>
            <a:off x="5081506" y="6684543"/>
            <a:ext cx="1575338" cy="4571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06817699-BBC1-460C-523B-A1E986F45EAF}"/>
              </a:ext>
            </a:extLst>
          </p:cNvPr>
          <p:cNvSpPr txBox="1"/>
          <p:nvPr/>
        </p:nvSpPr>
        <p:spPr>
          <a:xfrm>
            <a:off x="5081506" y="3451870"/>
            <a:ext cx="13094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FF0000"/>
                </a:solidFill>
                <a:highlight>
                  <a:srgbClr val="000000"/>
                </a:highlight>
              </a:rPr>
              <a:t>300CM²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300" y="3027144"/>
            <a:ext cx="11293311" cy="324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495300" y="1044922"/>
            <a:ext cx="11696700" cy="169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DCFD8B"/>
                </a:solidFill>
                <a:latin typeface="Comfortaa"/>
                <a:ea typeface="Comfortaa"/>
                <a:cs typeface="Comfortaa"/>
                <a:sym typeface="Comfortaa"/>
              </a:rPr>
              <a:t>THEMA 2: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DCFD8B"/>
                </a:solidFill>
                <a:latin typeface="Comfortaa"/>
                <a:ea typeface="Comfortaa"/>
                <a:cs typeface="Comfortaa"/>
                <a:sym typeface="Comfortaa"/>
              </a:rPr>
              <a:t>MINECRAFT HOLZ-RANKING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929264" y="1173952"/>
            <a:ext cx="3086100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Die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ultimative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Wahrheit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über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Blöcke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181100"/>
            <a:ext cx="11334750" cy="524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428625" y="5326409"/>
            <a:ext cx="11334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Fichte ist objektiv das beste Holz. Wer Birke nutzt, hat die Kontrolle über Leben verloren.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428625" y="428625"/>
            <a:ext cx="117633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F00FF"/>
                </a:solidFill>
                <a:latin typeface="Comfortaa"/>
                <a:ea typeface="Comfortaa"/>
                <a:cs typeface="Comfortaa"/>
                <a:sym typeface="Comfortaa"/>
              </a:rPr>
              <a:t>BELIEBTHEIT HOLZARTEN (</a:t>
            </a:r>
            <a:r>
              <a:rPr lang="en-US" sz="3750" b="1">
                <a:solidFill>
                  <a:srgbClr val="FF00FF"/>
                </a:solidFill>
                <a:latin typeface="Comfortaa"/>
                <a:ea typeface="Comfortaa"/>
                <a:cs typeface="Comfortaa"/>
                <a:sym typeface="Comfortaa"/>
              </a:rPr>
              <a:t>67 v. Chr. </a:t>
            </a:r>
            <a:r>
              <a:rPr lang="en-US" sz="3750" b="1" i="0" u="none" strike="noStrike" cap="none">
                <a:solidFill>
                  <a:srgbClr val="FF00FF"/>
                </a:solidFill>
                <a:latin typeface="Comfortaa"/>
                <a:ea typeface="Comfortaa"/>
                <a:cs typeface="Comfortaa"/>
                <a:sym typeface="Comfortaa"/>
              </a:rPr>
              <a:t>-202</a:t>
            </a:r>
            <a:r>
              <a:rPr lang="en-US" sz="3750" b="1">
                <a:solidFill>
                  <a:srgbClr val="FF00FF"/>
                </a:solidFill>
                <a:latin typeface="Comfortaa"/>
                <a:ea typeface="Comfortaa"/>
                <a:cs typeface="Comfortaa"/>
                <a:sym typeface="Comfortaa"/>
              </a:rPr>
              <a:t>6</a:t>
            </a:r>
            <a:r>
              <a:rPr lang="en-US" sz="3750" b="1" i="0" u="none" strike="noStrike" cap="none">
                <a:solidFill>
                  <a:srgbClr val="FF00FF"/>
                </a:solidFill>
                <a:latin typeface="Comfortaa"/>
                <a:ea typeface="Comfortaa"/>
                <a:cs typeface="Comfortaa"/>
                <a:sym typeface="Comfortaa"/>
              </a:rPr>
              <a:t>)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428625" y="962025"/>
            <a:ext cx="11334750" cy="28575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2004119"/>
            <a:ext cx="3651200" cy="360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70325" y="2004119"/>
            <a:ext cx="3651200" cy="360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12025" y="2004119"/>
            <a:ext cx="3651349" cy="360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" y="2213669"/>
            <a:ext cx="32321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 rotWithShape="1">
          <a:blip r:embed="rId8">
            <a:alphaModFix/>
          </a:blip>
          <a:srcRect t="2848" b="2848"/>
          <a:stretch/>
        </p:blipFill>
        <p:spPr>
          <a:xfrm>
            <a:off x="4479875" y="2213669"/>
            <a:ext cx="32320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21575" y="2213669"/>
            <a:ext cx="3232249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57372" y="4023419"/>
            <a:ext cx="339370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FFF"/>
                </a:solidFill>
                <a:latin typeface="Afacad Flux"/>
                <a:ea typeface="Afacad Flux"/>
                <a:cs typeface="Afacad Flux"/>
                <a:sym typeface="Afacad Flux"/>
              </a:rPr>
              <a:t>Akazie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38175" y="4642544"/>
            <a:ext cx="3232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Afrika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4399072" y="4023419"/>
            <a:ext cx="339370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FFF"/>
                </a:solidFill>
                <a:latin typeface="Afacad Flux"/>
                <a:ea typeface="Afacad Flux"/>
                <a:cs typeface="Afacad Flux"/>
                <a:sym typeface="Afacad Flux"/>
              </a:rPr>
              <a:t>Dschungel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4479875" y="4642544"/>
            <a:ext cx="3232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BAZIL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240769" y="4023419"/>
            <a:ext cx="339386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FFF"/>
                </a:solidFill>
                <a:latin typeface="Afacad Flux"/>
                <a:ea typeface="Afacad Flux"/>
                <a:cs typeface="Afacad Flux"/>
                <a:sym typeface="Afacad Flux"/>
              </a:rPr>
              <a:t>Mangrove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8321575" y="4642544"/>
            <a:ext cx="3232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Ich mag Züge</a:t>
            </a:r>
            <a:endParaRPr/>
          </a:p>
        </p:txBody>
      </p:sp>
      <p:pic>
        <p:nvPicPr>
          <p:cNvPr id="188" name="Google Shape;188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6275" y="2251769"/>
            <a:ext cx="31559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59675" y="2251769"/>
            <a:ext cx="3156049" cy="16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428625" y="428625"/>
            <a:ext cx="1176337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F00FF"/>
                </a:solidFill>
                <a:latin typeface="Comfortaa"/>
                <a:ea typeface="Comfortaa"/>
                <a:cs typeface="Comfortaa"/>
                <a:sym typeface="Comfortaa"/>
              </a:rPr>
              <a:t>DIE SCHANDFLECKE DER SAVANNE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428625" y="962025"/>
            <a:ext cx="11334750" cy="28575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B56C820-1764-ACC5-5081-257ADB2CDF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83510" y="5139031"/>
            <a:ext cx="1662785" cy="14771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" y="1938337"/>
            <a:ext cx="952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4619625" y="2681436"/>
            <a:ext cx="750093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FFF"/>
                </a:solidFill>
                <a:latin typeface="Afacad Flux"/>
                <a:ea typeface="Afacad Flux"/>
                <a:cs typeface="Afacad Flux"/>
                <a:sym typeface="Afacad Flux"/>
              </a:rPr>
              <a:t>Rosa Müll oder Masterpiece?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4619625" y="3300561"/>
            <a:ext cx="7143750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Das Kirschblüten-Biom hat die Community gespalten wie eine Axt. Die einen bauen Barbie-Häuser, die anderen verbrennen den Wald aus Prinzip.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4933950" y="405291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000625" y="4054822"/>
            <a:ext cx="6762750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Pro: Schöne Partikel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4933950" y="4325272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000625" y="4327177"/>
            <a:ext cx="6762750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Contra: Alles ist PINK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4933950" y="459762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5000625" y="4599533"/>
            <a:ext cx="6762750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Fakt: Besser als Birke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28625" y="428625"/>
            <a:ext cx="1176337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F00FF"/>
                </a:solidFill>
                <a:latin typeface="Comfortaa"/>
                <a:ea typeface="Comfortaa"/>
                <a:cs typeface="Comfortaa"/>
                <a:sym typeface="Comfortaa"/>
              </a:rPr>
              <a:t>DER KIRSCH-HYPE (2023)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428625" y="962025"/>
            <a:ext cx="11334750" cy="28575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721" y="2024400"/>
            <a:ext cx="3909650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C562DD8-2DD3-0A02-6C09-34ECD2CB3F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5631" y="4031037"/>
            <a:ext cx="2973111" cy="26411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81212" y="1352550"/>
            <a:ext cx="8029575" cy="41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2480548" y="1924050"/>
            <a:ext cx="72309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ELON MUSK</a:t>
            </a:r>
            <a:r>
              <a:rPr lang="en-US" sz="7500" b="1" i="0" u="none" strike="noStrike" cap="non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!!!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2480548" y="2981325"/>
            <a:ext cx="723090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DU HAST EIN IPHONE 99 GEWONNEN!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2652712" y="3619500"/>
            <a:ext cx="68865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FF00"/>
                </a:solidFill>
                <a:latin typeface="Afacad Flux"/>
                <a:ea typeface="Afacad Flux"/>
                <a:cs typeface="Afacad Flux"/>
                <a:sym typeface="Afacad Flux"/>
              </a:rPr>
              <a:t>KLICK HIER (ODER AUCH NICHT)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2652712" y="4495800"/>
            <a:ext cx="6886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Kauf Milch. Ernsthaft.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2950" y="4242150"/>
            <a:ext cx="5138325" cy="234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4595812" y="4636889"/>
            <a:ext cx="315039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FFF"/>
                </a:solidFill>
                <a:latin typeface="Afacad Flux"/>
                <a:ea typeface="Afacad Flux"/>
                <a:cs typeface="Afacad Flux"/>
                <a:sym typeface="Afacad Flux"/>
              </a:rPr>
              <a:t>Kontakt für Hate-Mail: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4065812" y="5265150"/>
            <a:ext cx="4092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xxx_FortniteKiller_2009_xxx@</a:t>
            </a:r>
            <a:r>
              <a:rPr lang="en-US" sz="1650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terrormilliz.com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4595812" y="5737919"/>
            <a:ext cx="30003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ICQ: 123-456-789</a:t>
            </a:r>
            <a:endParaRPr sz="1650" b="0" i="0" u="none" strike="noStrike" cap="none">
              <a:solidFill>
                <a:srgbClr val="DAFFDE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IBAN: DE43100500000920018963 </a:t>
            </a:r>
            <a:endParaRPr sz="1650">
              <a:solidFill>
                <a:srgbClr val="DAFFDE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4180760" y="428625"/>
            <a:ext cx="3830478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FF00"/>
                </a:solidFill>
                <a:latin typeface="Comfortaa"/>
                <a:ea typeface="Comfortaa"/>
                <a:cs typeface="Comfortaa"/>
                <a:sym typeface="Comfortaa"/>
              </a:rPr>
              <a:t>FRAGEN?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4276725" y="1485900"/>
            <a:ext cx="3638550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Afacad Flux"/>
                <a:ea typeface="Afacad Flux"/>
                <a:cs typeface="Afacad Flux"/>
                <a:sym typeface="Afacad Flux"/>
              </a:rPr>
              <a:t>Frag den Pro oder geh einfach nach Hause.</a:t>
            </a:r>
            <a:endParaRPr/>
          </a:p>
        </p:txBody>
      </p:sp>
      <p:pic>
        <p:nvPicPr>
          <p:cNvPr id="230" name="Google Shape;23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2525" y="1967800"/>
            <a:ext cx="2066925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Breitbild</PresentationFormat>
  <Paragraphs>56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Arial</vt:lpstr>
      <vt:lpstr>Calibri</vt:lpstr>
      <vt:lpstr>Afacad Flux</vt:lpstr>
      <vt:lpstr>Comfortaa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</cp:lastModifiedBy>
  <cp:revision>2</cp:revision>
  <dcterms:modified xsi:type="dcterms:W3CDTF">2026-06-17T09:57:35Z</dcterms:modified>
</cp:coreProperties>
</file>