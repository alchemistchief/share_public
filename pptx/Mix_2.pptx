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Azeret Mono" panose="020B0604020202020204" charset="0"/>
      <p:regular r:id="rId14"/>
      <p:bold r:id="rId15"/>
      <p:italic r:id="rId16"/>
      <p:boldItalic r:id="rId17"/>
    </p:embeddedFont>
    <p:embeddedFont>
      <p:font typeface="Urbanist" panose="020B060402020202020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A9D91BD-1646-473F-8947-ECA26336641A}">
  <a:tblStyle styleId="{FA9D91BD-1646-473F-8947-ECA26336641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3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3" name="Google Shape;18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jp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jpe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1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9" Type="http://schemas.openxmlformats.org/officeDocument/2006/relationships/image" Target="../media/image53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5.jpeg"/><Relationship Id="rId4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14750" y="2381250"/>
            <a:ext cx="47625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47650" y="628650"/>
            <a:ext cx="116967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RELIGIO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STRG + C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95300" y="5810250"/>
            <a:ext cx="11201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FFFF"/>
                </a:solidFill>
                <a:latin typeface="Azeret Mono"/>
                <a:ea typeface="Azeret Mono"/>
                <a:cs typeface="Azeret Mono"/>
                <a:sym typeface="Azeret Mono"/>
              </a:rPr>
              <a:t>NULLA DIES SINE COPIA</a:t>
            </a:r>
            <a:endParaRPr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EDD07655-AA07-E9A7-0CCD-92154881DF2E}"/>
              </a:ext>
            </a:extLst>
          </p:cNvPr>
          <p:cNvSpPr txBox="1"/>
          <p:nvPr/>
        </p:nvSpPr>
        <p:spPr>
          <a:xfrm>
            <a:off x="3047215" y="3277468"/>
            <a:ext cx="60944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de-DE" dirty="0"/>
          </a:p>
        </p:txBody>
      </p:sp>
      <p:pic>
        <p:nvPicPr>
          <p:cNvPr id="10" name="Grafik 9" descr="4K Devil Clipart in Photorealistic Style: Vector &amp; SVG">
            <a:extLst>
              <a:ext uri="{FF2B5EF4-FFF2-40B4-BE49-F238E27FC236}">
                <a16:creationId xmlns:a16="http://schemas.microsoft.com/office/drawing/2014/main" id="{6589C818-4243-C5EC-10B3-3BB3D7AFC1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353" y="2137037"/>
            <a:ext cx="11538997" cy="34203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24795" y="3358895"/>
            <a:ext cx="5391150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5325" y="2711499"/>
            <a:ext cx="1428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1028700" y="2740074"/>
            <a:ext cx="16478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Ehre das Clipboard.</a:t>
            </a:r>
            <a:endParaRPr/>
          </a:p>
        </p:txBody>
      </p:sp>
      <p:pic>
        <p:nvPicPr>
          <p:cNvPr id="98" name="Google Shape;98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95675" y="2711499"/>
            <a:ext cx="1809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3867150" y="2740074"/>
            <a:ext cx="1638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Shift + V = Reinheit.</a:t>
            </a:r>
            <a:endParaRPr/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5325" y="3911649"/>
            <a:ext cx="1809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1066800" y="3940224"/>
            <a:ext cx="1447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Tippen ist Sünde.</a:t>
            </a:r>
            <a:endParaRPr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495675" y="3911649"/>
            <a:ext cx="2190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3905250" y="3940224"/>
            <a:ext cx="15049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Blindes Vertrauen.</a:t>
            </a:r>
            <a:endParaRPr/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95325" y="5111799"/>
            <a:ext cx="1809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1066800" y="5140374"/>
            <a:ext cx="1752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Quellen sind Mythen.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85800" y="850999"/>
            <a:ext cx="115062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Die Gebote I - V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495300" y="850999"/>
            <a:ext cx="95250" cy="51435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71B7091-DDCC-20C2-BC8C-06CEC82CA46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00970" y="184405"/>
            <a:ext cx="5814510" cy="3314701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7CD2954E-A650-3E63-522B-481CF9E2788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33995" y="4648406"/>
            <a:ext cx="2272390" cy="213757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5300" y="2387649"/>
            <a:ext cx="54102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86525" y="2711499"/>
            <a:ext cx="1905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6867525" y="2625774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Mut zum Cut (Strg+X).</a:t>
            </a:r>
            <a:endParaRPr/>
          </a:p>
        </p:txBody>
      </p:sp>
      <p:pic>
        <p:nvPicPr>
          <p:cNvPr id="116" name="Google Shape;11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286875" y="2711499"/>
            <a:ext cx="1809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9658350" y="2625774"/>
            <a:ext cx="18383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StackOverflow Anbetung.</a:t>
            </a:r>
            <a:endParaRPr/>
          </a:p>
        </p:txBody>
      </p:sp>
      <p:pic>
        <p:nvPicPr>
          <p:cNvPr id="118" name="Google Shape;118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86525" y="4025949"/>
            <a:ext cx="1809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6858000" y="4054524"/>
            <a:ext cx="14573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Leere = Schande.</a:t>
            </a:r>
            <a:endParaRPr/>
          </a:p>
        </p:txBody>
      </p:sp>
      <p:pic>
        <p:nvPicPr>
          <p:cNvPr id="120" name="Google Shape;120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286875" y="4025949"/>
            <a:ext cx="1905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9667875" y="4054524"/>
            <a:ext cx="16478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Kopie ist Inspiration.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752875" y="5102477"/>
            <a:ext cx="4933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Ohne Copy Kein Paste.</a:t>
            </a:r>
            <a:endParaRPr sz="30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685800" y="850999"/>
            <a:ext cx="115062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Die Gebote VI - X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495300" y="850999"/>
            <a:ext cx="95250" cy="51435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1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38000" y="2343800"/>
            <a:ext cx="5525901" cy="342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1BEA7CCA-7F65-5AC7-5390-1B7360BCC39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51488" y="60347"/>
            <a:ext cx="7865097" cy="194086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387649"/>
            <a:ext cx="54102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5325" y="2878187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95325" y="4945112"/>
            <a:ext cx="3238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1171575" y="2568624"/>
            <a:ext cx="476059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0FFFF"/>
                </a:solidFill>
                <a:latin typeface="Urbanist"/>
                <a:ea typeface="Urbanist"/>
                <a:cs typeface="Urbanist"/>
                <a:sym typeface="Urbanist"/>
              </a:rPr>
              <a:t>Das Dreifach-Tippen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1171575" y="3111549"/>
            <a:ext cx="4533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Das rituelle, panische Drücken von Strg+C (mindestens 3x), damit es "wirklich" im Speicher ist.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1209675" y="4635549"/>
            <a:ext cx="4720590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0FFFF"/>
                </a:solidFill>
                <a:latin typeface="Urbanist"/>
                <a:ea typeface="Urbanist"/>
                <a:cs typeface="Urbanist"/>
                <a:sym typeface="Urbanist"/>
              </a:rPr>
              <a:t>Die Notepad-Waschung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1209675" y="5178474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Das Zwischenparken von Text im Editor, um böse Formatierungssünden reinzuwaschen.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685800" y="850999"/>
            <a:ext cx="115062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Die Heiligen Rituale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495300" y="850999"/>
            <a:ext cx="95250" cy="51435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36425" y="923525"/>
            <a:ext cx="5492626" cy="5340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0385" y="2760088"/>
            <a:ext cx="3606700" cy="1500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07469" y="2600253"/>
            <a:ext cx="3606849" cy="15004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06874" y="3372948"/>
            <a:ext cx="3606700" cy="9518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5332" y="2921930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1303635" y="2828670"/>
            <a:ext cx="16002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 dirty="0">
                <a:solidFill>
                  <a:srgbClr val="00FFFF"/>
                </a:solidFill>
                <a:latin typeface="Urbanist"/>
                <a:ea typeface="Urbanist"/>
                <a:cs typeface="Urbanist"/>
                <a:sym typeface="Urbanist"/>
              </a:rPr>
              <a:t>Die </a:t>
            </a:r>
            <a:r>
              <a:rPr lang="en-US" sz="2250" b="1" i="0" u="none" strike="noStrike" cap="none" dirty="0" err="1">
                <a:solidFill>
                  <a:srgbClr val="00FFFF"/>
                </a:solidFill>
                <a:latin typeface="Urbanist"/>
                <a:ea typeface="Urbanist"/>
                <a:cs typeface="Urbanist"/>
                <a:sym typeface="Urbanist"/>
              </a:rPr>
              <a:t>Novizen</a:t>
            </a:r>
            <a:endParaRPr dirty="0"/>
          </a:p>
        </p:txBody>
      </p:sp>
      <p:sp>
        <p:nvSpPr>
          <p:cNvPr id="151" name="Google Shape;151;p17"/>
          <p:cNvSpPr txBox="1"/>
          <p:nvPr/>
        </p:nvSpPr>
        <p:spPr>
          <a:xfrm>
            <a:off x="500385" y="3341538"/>
            <a:ext cx="32067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Nutzen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noch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die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rechte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Maustaste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. 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Unrein. VERBRENNEN. SÜN</a:t>
            </a:r>
            <a:r>
              <a:rPr lang="en-US" sz="1500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DE. HARAM</a:t>
            </a:r>
            <a:endParaRPr b="1" dirty="0"/>
          </a:p>
        </p:txBody>
      </p:sp>
      <p:pic>
        <p:nvPicPr>
          <p:cNvPr id="152" name="Google Shape;152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811622" y="2729283"/>
            <a:ext cx="3238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5230722" y="2668833"/>
            <a:ext cx="15603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 dirty="0">
                <a:solidFill>
                  <a:srgbClr val="00FFFF"/>
                </a:solidFill>
                <a:latin typeface="Urbanist"/>
                <a:ea typeface="Urbanist"/>
                <a:cs typeface="Urbanist"/>
                <a:sym typeface="Urbanist"/>
              </a:rPr>
              <a:t>Die </a:t>
            </a:r>
            <a:r>
              <a:rPr lang="en-US" sz="2250" b="1" i="0" u="none" strike="noStrike" cap="none" dirty="0" err="1">
                <a:solidFill>
                  <a:srgbClr val="00FFFF"/>
                </a:solidFill>
                <a:latin typeface="Urbanist"/>
                <a:ea typeface="Urbanist"/>
                <a:cs typeface="Urbanist"/>
                <a:sym typeface="Urbanist"/>
              </a:rPr>
              <a:t>Kleriker</a:t>
            </a:r>
            <a:endParaRPr dirty="0"/>
          </a:p>
        </p:txBody>
      </p:sp>
      <p:sp>
        <p:nvSpPr>
          <p:cNvPr id="154" name="Google Shape;154;p17"/>
          <p:cNvSpPr txBox="1"/>
          <p:nvPr/>
        </p:nvSpPr>
        <p:spPr>
          <a:xfrm>
            <a:off x="4407469" y="3088833"/>
            <a:ext cx="32067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Nutzen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blinde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Hotkeys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im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Millisekundenbereich</a:t>
            </a:r>
            <a:endParaRPr sz="1500" dirty="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INSHALLAH</a:t>
            </a:r>
            <a:endParaRPr sz="1500" b="1" dirty="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155" name="Google Shape;155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767869" y="3510292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9254691" y="3476369"/>
            <a:ext cx="1911066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 dirty="0">
                <a:solidFill>
                  <a:srgbClr val="00FFFF"/>
                </a:solidFill>
                <a:latin typeface="Urbanist"/>
                <a:ea typeface="Urbanist"/>
                <a:cs typeface="Urbanist"/>
                <a:sym typeface="Urbanist"/>
              </a:rPr>
              <a:t>Die </a:t>
            </a:r>
            <a:r>
              <a:rPr lang="en-US" sz="2250" b="1" dirty="0">
                <a:solidFill>
                  <a:srgbClr val="00FFFF"/>
                </a:solidFill>
                <a:latin typeface="Urbanist"/>
                <a:ea typeface="Urbanist"/>
                <a:cs typeface="Urbanist"/>
                <a:sym typeface="Urbanist"/>
              </a:rPr>
              <a:t>HERITICS</a:t>
            </a:r>
            <a:endParaRPr dirty="0"/>
          </a:p>
        </p:txBody>
      </p:sp>
      <p:sp>
        <p:nvSpPr>
          <p:cNvPr id="157" name="Google Shape;157;p17"/>
          <p:cNvSpPr txBox="1"/>
          <p:nvPr/>
        </p:nvSpPr>
        <p:spPr>
          <a:xfrm>
            <a:off x="8606874" y="3917026"/>
            <a:ext cx="32067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Bachlor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Arbeit CTRC+C + CTRL+V.</a:t>
            </a:r>
            <a:endParaRPr dirty="0"/>
          </a:p>
        </p:txBody>
      </p:sp>
      <p:sp>
        <p:nvSpPr>
          <p:cNvPr id="158" name="Google Shape;158;p17"/>
          <p:cNvSpPr txBox="1"/>
          <p:nvPr/>
        </p:nvSpPr>
        <p:spPr>
          <a:xfrm>
            <a:off x="685800" y="1897266"/>
            <a:ext cx="115062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 dirty="0">
                <a:solidFill>
                  <a:schemeClr val="tx1"/>
                </a:solidFill>
                <a:highlight>
                  <a:srgbClr val="FFFF00"/>
                </a:highlight>
                <a:latin typeface="Urbanist"/>
                <a:ea typeface="Urbanist"/>
                <a:cs typeface="Urbanist"/>
                <a:sym typeface="Urbanist"/>
              </a:rPr>
              <a:t>Die </a:t>
            </a:r>
            <a:r>
              <a:rPr lang="en-US" sz="3375" b="1" i="0" u="none" strike="noStrike" cap="none" dirty="0" err="1">
                <a:solidFill>
                  <a:schemeClr val="tx1"/>
                </a:solidFill>
                <a:highlight>
                  <a:srgbClr val="FFFF00"/>
                </a:highlight>
                <a:latin typeface="Urbanist"/>
                <a:ea typeface="Urbanist"/>
                <a:cs typeface="Urbanist"/>
                <a:sym typeface="Urbanist"/>
              </a:rPr>
              <a:t>Hierarchie</a:t>
            </a:r>
            <a:r>
              <a:rPr lang="en-US" sz="3375" b="1" i="0" u="none" strike="noStrike" cap="none" dirty="0">
                <a:solidFill>
                  <a:schemeClr val="tx1"/>
                </a:solidFill>
                <a:highlight>
                  <a:srgbClr val="FFFF00"/>
                </a:highlight>
                <a:latin typeface="Urbanist"/>
                <a:ea typeface="Urbanist"/>
                <a:cs typeface="Urbanist"/>
                <a:sym typeface="Urbanist"/>
              </a:rPr>
              <a:t> des </a:t>
            </a:r>
            <a:r>
              <a:rPr lang="en-US" sz="3375" b="1" i="0" u="none" strike="noStrike" cap="none" dirty="0" err="1">
                <a:solidFill>
                  <a:schemeClr val="tx1"/>
                </a:solidFill>
                <a:highlight>
                  <a:srgbClr val="FFFF00"/>
                </a:highlight>
                <a:latin typeface="Urbanist"/>
                <a:ea typeface="Urbanist"/>
                <a:cs typeface="Urbanist"/>
                <a:sym typeface="Urbanist"/>
              </a:rPr>
              <a:t>Ordens</a:t>
            </a:r>
            <a:endParaRPr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pic>
        <p:nvPicPr>
          <p:cNvPr id="160" name="Google Shape;160;p1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85257" y="4289475"/>
            <a:ext cx="3606700" cy="246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323131" y="4094364"/>
            <a:ext cx="3375375" cy="2682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300044" y="4289475"/>
            <a:ext cx="3713530" cy="256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5300" y="4276725"/>
            <a:ext cx="11201400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/>
        </p:nvSpPr>
        <p:spPr>
          <a:xfrm>
            <a:off x="247650" y="1552575"/>
            <a:ext cx="116967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FF0000"/>
                </a:solidFill>
                <a:latin typeface="Urbanist"/>
                <a:ea typeface="Urbanist"/>
                <a:cs typeface="Urbanist"/>
                <a:sym typeface="Urbanist"/>
              </a:rPr>
              <a:t>APOKALYPSE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495300" y="2962275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WENN DER BUFFER LEERT.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704850" y="4676775"/>
            <a:ext cx="10782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0000"/>
                </a:solidFill>
                <a:latin typeface="Azeret Mono"/>
                <a:ea typeface="Azeret Mono"/>
                <a:cs typeface="Azeret Mono"/>
                <a:sym typeface="Azeret Mono"/>
              </a:rPr>
              <a:t>FATAL ERROR: CTRL_C_NOT_FOUND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590550" y="2230784"/>
            <a:ext cx="5180647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GLEICH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b="1" i="0" u="none" strike="noStrike" cap="none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LÜGE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590550" y="3888134"/>
            <a:ext cx="4934100" cy="16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Eine Analyse der größten zeitlichen Verzerrung der Menschheit.</a:t>
            </a:r>
            <a:endParaRPr sz="1800" b="0" i="0" u="none" strike="noStrike" cap="none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Lüge Lüge das gibt ne Rübe</a:t>
            </a:r>
            <a:endParaRPr sz="18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179" name="Google Shape;17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56675" y="409025"/>
            <a:ext cx="5007475" cy="623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67075" y="47550"/>
            <a:ext cx="4584749" cy="3701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5300" y="1746349"/>
            <a:ext cx="11201400" cy="4616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495300" y="5416599"/>
            <a:ext cx="11201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00FF"/>
                </a:solidFill>
                <a:latin typeface="Azeret Mono"/>
                <a:ea typeface="Azeret Mono"/>
                <a:cs typeface="Azeret Mono"/>
                <a:sym typeface="Azeret Mono"/>
              </a:rPr>
              <a:t>SPOILER: "GLEICH" = UNENDLICHKEIT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685800" y="850999"/>
            <a:ext cx="115062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Wissenschaftliche Realität</a:t>
            </a:r>
            <a:endParaRPr/>
          </a:p>
        </p:txBody>
      </p:sp>
      <p:sp>
        <p:nvSpPr>
          <p:cNvPr id="189" name="Google Shape;189;p20"/>
          <p:cNvSpPr/>
          <p:nvPr/>
        </p:nvSpPr>
        <p:spPr>
          <a:xfrm>
            <a:off x="495300" y="850999"/>
            <a:ext cx="95250" cy="51435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4A80A130-616A-C72A-73A1-6A1E78C9C3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1508289"/>
            <a:ext cx="2265334" cy="2194296"/>
          </a:xfrm>
          <a:prstGeom prst="rect">
            <a:avLst/>
          </a:prstGeom>
        </p:spPr>
      </p:pic>
      <p:pic>
        <p:nvPicPr>
          <p:cNvPr id="4" name="Grafik 3" descr="Was sind Memes? | Finde es jetzt raus! | OMT-Lexikon">
            <a:extLst>
              <a:ext uri="{FF2B5EF4-FFF2-40B4-BE49-F238E27FC236}">
                <a16:creationId xmlns:a16="http://schemas.microsoft.com/office/drawing/2014/main" id="{1B103831-57CE-1EF0-95D3-D34DF48352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3358" y="146124"/>
            <a:ext cx="3740968" cy="211061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625774"/>
            <a:ext cx="5410200" cy="2857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6" name="Google Shape;196;p21"/>
          <p:cNvGraphicFramePr/>
          <p:nvPr>
            <p:extLst>
              <p:ext uri="{D42A27DB-BD31-4B8C-83A1-F6EECF244321}">
                <p14:modId xmlns:p14="http://schemas.microsoft.com/office/powerpoint/2010/main" val="1220735107"/>
              </p:ext>
            </p:extLst>
          </p:nvPr>
        </p:nvGraphicFramePr>
        <p:xfrm>
          <a:off x="495300" y="3144887"/>
          <a:ext cx="5410200" cy="2009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163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0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u="none" strike="noStrike" cap="none" dirty="0">
                          <a:solidFill>
                            <a:schemeClr val="bg1"/>
                          </a:solidFill>
                          <a:sym typeface="Azeret Mono"/>
                        </a:rPr>
                        <a:t>Region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u="none" strike="noStrike" cap="none" dirty="0" err="1">
                          <a:solidFill>
                            <a:schemeClr val="bg1"/>
                          </a:solidFill>
                          <a:sym typeface="Azeret Mono"/>
                        </a:rPr>
                        <a:t>Versprechen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u="none" strike="noStrike" cap="none" dirty="0" err="1">
                          <a:solidFill>
                            <a:schemeClr val="bg1"/>
                          </a:solidFill>
                          <a:sym typeface="Azeret Mono"/>
                        </a:rPr>
                        <a:t>Realität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 dirty="0">
                          <a:solidFill>
                            <a:schemeClr val="tx1"/>
                          </a:solidFill>
                          <a:sym typeface="Urbanist"/>
                        </a:rPr>
                        <a:t>Deutschland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>
                          <a:solidFill>
                            <a:schemeClr val="tx1"/>
                          </a:solidFill>
                          <a:sym typeface="Urbanist"/>
                        </a:rPr>
                        <a:t>5 Min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>
                          <a:solidFill>
                            <a:schemeClr val="tx1"/>
                          </a:solidFill>
                          <a:sym typeface="Urbanist"/>
                        </a:rPr>
                        <a:t>15 Min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 dirty="0" err="1">
                          <a:solidFill>
                            <a:schemeClr val="tx1"/>
                          </a:solidFill>
                          <a:sym typeface="Urbanist"/>
                        </a:rPr>
                        <a:t>Italien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>
                          <a:solidFill>
                            <a:schemeClr val="tx1"/>
                          </a:solidFill>
                          <a:sym typeface="Urbanist"/>
                        </a:rPr>
                        <a:t>"Subito"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>
                          <a:solidFill>
                            <a:schemeClr val="tx1"/>
                          </a:solidFill>
                          <a:sym typeface="Urbanist"/>
                        </a:rPr>
                        <a:t>3 Stunden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>
                          <a:solidFill>
                            <a:schemeClr val="tx1"/>
                          </a:solidFill>
                          <a:sym typeface="Urbanist"/>
                        </a:rPr>
                        <a:t>Software-Entwickler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 dirty="0">
                          <a:solidFill>
                            <a:schemeClr val="tx1"/>
                          </a:solidFill>
                          <a:sym typeface="Urbanist"/>
                        </a:rPr>
                        <a:t>"Fast </a:t>
                      </a:r>
                      <a:r>
                        <a:rPr lang="en-US" sz="1350" b="0" u="none" strike="noStrike" cap="none" dirty="0" err="1">
                          <a:solidFill>
                            <a:schemeClr val="tx1"/>
                          </a:solidFill>
                          <a:sym typeface="Urbanist"/>
                        </a:rPr>
                        <a:t>fertig</a:t>
                      </a:r>
                      <a:r>
                        <a:rPr lang="en-US" sz="1350" b="0" u="none" strike="noStrike" cap="none" dirty="0">
                          <a:solidFill>
                            <a:schemeClr val="tx1"/>
                          </a:solidFill>
                          <a:sym typeface="Urbanist"/>
                        </a:rPr>
                        <a:t>"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 dirty="0">
                          <a:solidFill>
                            <a:schemeClr val="tx1"/>
                          </a:solidFill>
                          <a:sym typeface="Urbanist"/>
                        </a:rPr>
                        <a:t>6 </a:t>
                      </a:r>
                      <a:r>
                        <a:rPr lang="en-US" sz="1350" b="0" u="none" strike="noStrike" cap="none" dirty="0" err="1">
                          <a:solidFill>
                            <a:schemeClr val="tx1"/>
                          </a:solidFill>
                          <a:sym typeface="Urbanist"/>
                        </a:rPr>
                        <a:t>Monate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7" name="Google Shape;197;p21"/>
          <p:cNvSpPr/>
          <p:nvPr/>
        </p:nvSpPr>
        <p:spPr>
          <a:xfrm>
            <a:off x="495300" y="3625899"/>
            <a:ext cx="216396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2659260" y="3625899"/>
            <a:ext cx="182582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4485084" y="3625899"/>
            <a:ext cx="142041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495300" y="4130724"/>
            <a:ext cx="216396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2659260" y="4130724"/>
            <a:ext cx="182582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4485084" y="4130724"/>
            <a:ext cx="142041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495300" y="4635549"/>
            <a:ext cx="216396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2659260" y="4635549"/>
            <a:ext cx="182582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4485084" y="4635549"/>
            <a:ext cx="142041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495300" y="5140374"/>
            <a:ext cx="216396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2659260" y="5140374"/>
            <a:ext cx="182582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4485084" y="5140374"/>
            <a:ext cx="142041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685800" y="850999"/>
            <a:ext cx="115062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Kulturelle Varianz</a:t>
            </a:r>
            <a:endParaRPr/>
          </a:p>
        </p:txBody>
      </p:sp>
      <p:sp>
        <p:nvSpPr>
          <p:cNvPr id="210" name="Google Shape;210;p21"/>
          <p:cNvSpPr/>
          <p:nvPr/>
        </p:nvSpPr>
        <p:spPr>
          <a:xfrm>
            <a:off x="495300" y="850999"/>
            <a:ext cx="95250" cy="51435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1425" y="2568175"/>
            <a:ext cx="5715000" cy="295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C1D2CC13-9B0F-32D1-A3A6-2BC8640070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5083" y="354865"/>
            <a:ext cx="2220781" cy="2173418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B6D6B5AF-8ABB-DB59-90AD-FEAE557619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4774" y="201692"/>
            <a:ext cx="2467890" cy="2327314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CDDADABE-7D67-94E8-6A9B-D532B6C9710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80811" y="388805"/>
            <a:ext cx="2086266" cy="189574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B7D5EB0F-7B00-2E82-33EB-CCFE1D6E01F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37113" y="4289222"/>
            <a:ext cx="3815793" cy="236708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5300" y="2611040"/>
            <a:ext cx="11201400" cy="1077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4069258"/>
            <a:ext cx="541020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049339" y="2906315"/>
            <a:ext cx="6093172" cy="486667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 txBox="1"/>
          <p:nvPr/>
        </p:nvSpPr>
        <p:spPr>
          <a:xfrm>
            <a:off x="495300" y="4600872"/>
            <a:ext cx="5410200" cy="365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zeret Mono"/>
                <a:ea typeface="Azeret Mono"/>
                <a:cs typeface="Azeret Mono"/>
                <a:sym typeface="Azeret Mono"/>
              </a:rPr>
              <a:t>Verwendung: Berechne deine Verspätung, bevor sie passiert.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685800" y="850999"/>
            <a:ext cx="115062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Der Echtzeit-Konverter</a:t>
            </a:r>
            <a:endParaRPr/>
          </a:p>
        </p:txBody>
      </p:sp>
      <p:sp>
        <p:nvSpPr>
          <p:cNvPr id="222" name="Google Shape;222;p22"/>
          <p:cNvSpPr/>
          <p:nvPr/>
        </p:nvSpPr>
        <p:spPr>
          <a:xfrm>
            <a:off x="495300" y="850999"/>
            <a:ext cx="95250" cy="51435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3" name="Google Shape;223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78800" y="3966425"/>
            <a:ext cx="6545800" cy="26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8D216B2F-3C4C-9BAB-2722-0DADF7688E9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18158" y="397863"/>
            <a:ext cx="2172003" cy="2286319"/>
          </a:xfrm>
          <a:prstGeom prst="rect">
            <a:avLst/>
          </a:prstGeom>
        </p:spPr>
      </p:pic>
      <p:pic>
        <p:nvPicPr>
          <p:cNvPr id="4" name="Grafik 3" descr="Arab Meme GIFs | Tenor">
            <a:extLst>
              <a:ext uri="{FF2B5EF4-FFF2-40B4-BE49-F238E27FC236}">
                <a16:creationId xmlns:a16="http://schemas.microsoft.com/office/drawing/2014/main" id="{7222A9FE-6F47-805D-7B6A-31ED190D5E9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29100" y="171683"/>
            <a:ext cx="2095500" cy="37433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43500" y="3981450"/>
            <a:ext cx="19050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3"/>
          <p:cNvSpPr txBox="1"/>
          <p:nvPr/>
        </p:nvSpPr>
        <p:spPr>
          <a:xfrm>
            <a:off x="4385786" y="1924050"/>
            <a:ext cx="3420427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FRAGEN?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4441185" y="3018650"/>
            <a:ext cx="330962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[ Stille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interpretieren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]</a:t>
            </a:r>
          </a:p>
        </p:txBody>
      </p:sp>
      <p:pic>
        <p:nvPicPr>
          <p:cNvPr id="2" name="Grafik 1" descr="100+] Giga Tschad-Wallpaper KOSTENLOS | Wallpapers.com">
            <a:extLst>
              <a:ext uri="{FF2B5EF4-FFF2-40B4-BE49-F238E27FC236}">
                <a16:creationId xmlns:a16="http://schemas.microsoft.com/office/drawing/2014/main" id="{15E368D1-619B-8C39-D9E2-90E7B5FB4D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7248" y="3338512"/>
            <a:ext cx="2857500" cy="31908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229</Words>
  <Application>Microsoft Office PowerPoint</Application>
  <PresentationFormat>Breitbild</PresentationFormat>
  <Paragraphs>54</Paragraphs>
  <Slides>11</Slides>
  <Notes>11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6" baseType="lpstr">
      <vt:lpstr>Urbanist</vt:lpstr>
      <vt:lpstr>Azeret Mono</vt:lpstr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Alex</cp:lastModifiedBy>
  <cp:revision>3</cp:revision>
  <dcterms:modified xsi:type="dcterms:W3CDTF">2026-06-16T21:26:51Z</dcterms:modified>
</cp:coreProperties>
</file>