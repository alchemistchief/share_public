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zeret Mono" panose="020B0604020202020204" charset="0"/>
      <p:regular r:id="rId14"/>
      <p:bold r:id="rId15"/>
      <p:italic r:id="rId16"/>
      <p:boldItalic r:id="rId17"/>
    </p:embeddedFont>
    <p:embeddedFont>
      <p:font typeface="Azeret Mono Black" panose="020B0604020202020204" charset="0"/>
      <p:bold r:id="rId18"/>
      <p:boldItalic r:id="rId19"/>
    </p:embeddedFont>
    <p:embeddedFont>
      <p:font typeface="Permanent Marker" panose="020B0604020202020204" charset="0"/>
      <p:regular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5300" y="312000"/>
            <a:ext cx="11501400" cy="31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AIDS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0" b="1" i="0" u="none" strike="noStrike" cap="none" dirty="0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 ULTIMATE </a:t>
            </a:r>
            <a:r>
              <a:rPr lang="en-US" sz="7500" b="1" dirty="0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HEILMITTEL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619050" y="3429000"/>
            <a:ext cx="109539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Sigma, sigma boy, sigma boy, sigma boy </a:t>
            </a:r>
            <a:r>
              <a:rPr lang="az-Cyrl-AZ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Каждая девчонка хочет танцевать с тобой </a:t>
            </a:r>
            <a:r>
              <a:rPr lang="en-US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Sigma, sigma boy, sigma boy, sigma boy </a:t>
            </a:r>
            <a:r>
              <a:rPr lang="az-Cyrl-AZ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Я такая вся, что добиваться будешь год</a:t>
            </a:r>
            <a:endParaRPr lang="de-DE" sz="2500" dirty="0">
              <a:solidFill>
                <a:srgbClr val="FF00FF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algn="ctr">
              <a:lnSpc>
                <a:spcPct val="120000"/>
              </a:lnSpc>
            </a:pPr>
            <a:r>
              <a:rPr lang="en-US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Sigma, sigma boy, sigma boy, sigma boy </a:t>
            </a:r>
            <a:r>
              <a:rPr lang="az-Cyrl-AZ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Каждая девчонка хочет танцевать с тобой </a:t>
            </a:r>
            <a:r>
              <a:rPr lang="en-US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Sigma, sigma boy, sigma boy, sigma boy </a:t>
            </a:r>
            <a:r>
              <a:rPr lang="az-Cyrl-AZ" sz="2500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Я такая вся, что добиваться будешь год</a:t>
            </a:r>
            <a:endParaRPr lang="de-DE" sz="2500" dirty="0">
              <a:solidFill>
                <a:srgbClr val="FF00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619125" y="6998940"/>
            <a:ext cx="109537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Interpretation: Unnötig.</a:t>
            </a:r>
            <a:endParaRPr/>
          </a:p>
        </p:txBody>
      </p:sp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 l="35384" r="35383"/>
          <a:stretch>
            <a:fillRect/>
          </a:stretch>
        </p:blipFill>
        <p:spPr>
          <a:xfrm>
            <a:off x="5854046" y="124513"/>
            <a:ext cx="6098554" cy="65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57250" y="1093440"/>
            <a:ext cx="1125140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Der </a:t>
            </a:r>
            <a:r>
              <a:rPr lang="en-US" sz="4500" b="1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Klassiker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ED1CD5-F3CF-216B-F51E-A79CE7AED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87" y="1901130"/>
            <a:ext cx="4143953" cy="38105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3B1C79-C114-C277-8D14-324AA1A43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4058" y="1884703"/>
            <a:ext cx="1762371" cy="228631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5515140-261E-6922-33D0-0635F62D3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8002" y="3661320"/>
            <a:ext cx="1762371" cy="228631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9DEADD0-C1C1-DA3A-B7EA-8B8AB40AC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804" y="2853630"/>
            <a:ext cx="1762371" cy="22863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89A0DF8-5060-1E47-91FF-67A45FCC1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0905" y="4378432"/>
            <a:ext cx="1762371" cy="228631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F89391F-701C-DE50-7B87-B7A773268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3468" y="1967600"/>
            <a:ext cx="861190" cy="111722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8740452-630F-630E-610F-BA83B05728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02349"/>
            <a:ext cx="861190" cy="111722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BF0D5AE-BB70-4656-970D-848B67960A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984" y="140351"/>
            <a:ext cx="861190" cy="111722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238DA34-6A5B-C3D6-EED2-0259D332B9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847" y="58286"/>
            <a:ext cx="861190" cy="111722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DFA66009-46AD-FC97-3779-6960339229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5972" y="154082"/>
            <a:ext cx="861190" cy="111722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AF7EB8F1-D61D-B55E-CC07-89275F639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604" y="124513"/>
            <a:ext cx="861190" cy="111722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91818ED-0F64-6765-28BE-2BC1A4F2F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8021" y="103869"/>
            <a:ext cx="861190" cy="111722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EF46349-0A4F-F5B1-AFE1-D3E6524862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456" y="114191"/>
            <a:ext cx="861190" cy="1117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 l="37016" r="37055"/>
          <a:stretch>
            <a:fillRect/>
          </a:stretch>
        </p:blipFill>
        <p:spPr>
          <a:xfrm>
            <a:off x="133350" y="97184"/>
            <a:ext cx="2044242" cy="665240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655395" y="3038475"/>
            <a:ext cx="550068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1" i="0" u="none" strike="noStrike" cap="none" dirty="0">
                <a:solidFill>
                  <a:srgbClr val="00FFFF"/>
                </a:solidFill>
                <a:latin typeface="Azeret Mono"/>
                <a:ea typeface="Azeret Mono"/>
                <a:cs typeface="Azeret Mono"/>
                <a:sym typeface="Azeret Mono"/>
              </a:rPr>
              <a:t>Die 4. Dimension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5655395" y="3437745"/>
            <a:ext cx="523875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Zwei Seiten,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Aber 50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Versuche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5325555" y="97185"/>
            <a:ext cx="673309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Hardware </a:t>
            </a:r>
            <a:r>
              <a:rPr lang="en-US" sz="4500" b="1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Paradoxon</a:t>
            </a:r>
            <a:endParaRPr dirty="0"/>
          </a:p>
        </p:txBody>
      </p:sp>
      <p:sp>
        <p:nvSpPr>
          <p:cNvPr id="107" name="Google Shape;107;p15"/>
          <p:cNvSpPr/>
          <p:nvPr/>
        </p:nvSpPr>
        <p:spPr>
          <a:xfrm>
            <a:off x="5087430" y="97185"/>
            <a:ext cx="190500" cy="66675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0EB34C5-DB0D-D25C-CFA5-DA38867EF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440" y="660563"/>
            <a:ext cx="2086266" cy="212437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85B965B-F978-2617-1611-82BE469F2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7141" y="2878096"/>
            <a:ext cx="2972215" cy="38867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D935515-B19D-BE3A-031D-5D1CBB0185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646" y="787070"/>
            <a:ext cx="4583982" cy="21728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9D63646-82D8-5694-EB96-2179561294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5395" y="4260916"/>
            <a:ext cx="6308298" cy="2356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3514725" y="2513558"/>
            <a:ext cx="516255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0" b="0" i="0" u="none" strike="noStrike" cap="none" dirty="0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99%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3000375" y="4524345"/>
            <a:ext cx="6191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VERSAGEN BEIM ERSTEN MAL.</a:t>
            </a:r>
            <a:endParaRPr dirty="0"/>
          </a:p>
        </p:txBody>
      </p:sp>
      <p:sp>
        <p:nvSpPr>
          <p:cNvPr id="115" name="Google Shape;115;p16"/>
          <p:cNvSpPr txBox="1"/>
          <p:nvPr/>
        </p:nvSpPr>
        <p:spPr>
          <a:xfrm>
            <a:off x="753555" y="302278"/>
            <a:ext cx="1125140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Statistik</a:t>
            </a:r>
            <a:r>
              <a:rPr lang="en-US" sz="4500" b="1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 des </a:t>
            </a:r>
            <a:r>
              <a:rPr lang="en-US" sz="4500" b="1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Elends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2CF6B68-1320-84AE-63B4-B0ED081BF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206" y="401940"/>
            <a:ext cx="2987811" cy="366468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031EE60-A3F6-483E-7A2A-6C9F7685D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416" y="1097241"/>
            <a:ext cx="2525803" cy="264494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5F4A858-5E5A-B56C-4770-1FB1B327D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58" y="3670952"/>
            <a:ext cx="2851030" cy="285623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36ABA28-9A5D-7B39-98E6-6634EBBE2B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1328" y="4112583"/>
            <a:ext cx="2238687" cy="2343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6979779-DF49-0792-889F-CB78D21CE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3219" y="990473"/>
            <a:ext cx="6102027" cy="130783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C881D13-4180-F58D-D039-6A999A9307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3147" y="5279554"/>
            <a:ext cx="5867906" cy="13783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141190"/>
            <a:ext cx="3524250" cy="4097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141190"/>
            <a:ext cx="3524250" cy="4097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48625" y="2141190"/>
            <a:ext cx="3524250" cy="4097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861060" y="3265140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1" i="0" u="none" strike="noStrike" cap="none">
                <a:solidFill>
                  <a:srgbClr val="00FFFF"/>
                </a:solidFill>
                <a:latin typeface="Azeret Mono"/>
                <a:ea typeface="Azeret Mono"/>
                <a:cs typeface="Azeret Mono"/>
                <a:sym typeface="Azeret Mono"/>
              </a:rPr>
              <a:t>REIN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33450" y="3989040"/>
            <a:ext cx="289560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Passt nicht.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4575810" y="3265140"/>
            <a:ext cx="3040380" cy="40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1" i="0" u="none" strike="noStrike" cap="none" dirty="0">
                <a:solidFill>
                  <a:srgbClr val="00FFFF"/>
                </a:solidFill>
                <a:latin typeface="Azeret Mono"/>
                <a:ea typeface="Azeret Mono"/>
                <a:cs typeface="Azeret Mono"/>
                <a:sym typeface="Azeret Mono"/>
              </a:rPr>
              <a:t>DREH</a:t>
            </a:r>
            <a:r>
              <a:rPr lang="en-US" sz="2625" b="1" dirty="0">
                <a:solidFill>
                  <a:srgbClr val="00FFFF"/>
                </a:solidFill>
                <a:latin typeface="Azeret Mono"/>
                <a:ea typeface="Azeret Mono"/>
                <a:cs typeface="Azeret Mono"/>
                <a:sym typeface="Azeret Mono"/>
              </a:rPr>
              <a:t>EN</a:t>
            </a:r>
            <a:endParaRPr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4648200" y="3989040"/>
            <a:ext cx="289560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Passt auch nicht.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290560" y="3265140"/>
            <a:ext cx="3040380" cy="40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1" i="0" u="none" strike="noStrike" cap="none" dirty="0">
                <a:solidFill>
                  <a:srgbClr val="00FFFF"/>
                </a:solidFill>
                <a:latin typeface="Azeret Mono"/>
                <a:ea typeface="Azeret Mono"/>
                <a:cs typeface="Azeret Mono"/>
                <a:sym typeface="Azeret Mono"/>
              </a:rPr>
              <a:t>DREHEN²</a:t>
            </a:r>
            <a:endParaRPr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8362950" y="3989040"/>
            <a:ext cx="289560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JETZT PASST ES?!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57250" y="1093440"/>
            <a:ext cx="1125140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Der Zirkel des 67</a:t>
            </a:r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F022332-8172-C7C9-108C-DF6B00D3A12A}"/>
              </a:ext>
            </a:extLst>
          </p:cNvPr>
          <p:cNvSpPr txBox="1"/>
          <p:nvPr/>
        </p:nvSpPr>
        <p:spPr>
          <a:xfrm>
            <a:off x="2146250" y="2525434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C55B515-ECE4-6DF0-89CE-0ADEA716514D}"/>
              </a:ext>
            </a:extLst>
          </p:cNvPr>
          <p:cNvSpPr txBox="1"/>
          <p:nvPr/>
        </p:nvSpPr>
        <p:spPr>
          <a:xfrm>
            <a:off x="5718332" y="2525434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>
                <a:solidFill>
                  <a:srgbClr val="FF0000"/>
                </a:solidFill>
              </a:rPr>
              <a:t>6x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6E3D7D7-157E-C8AA-38D5-55570CDD84F3}"/>
              </a:ext>
            </a:extLst>
          </p:cNvPr>
          <p:cNvSpPr txBox="1"/>
          <p:nvPr/>
        </p:nvSpPr>
        <p:spPr>
          <a:xfrm>
            <a:off x="9433082" y="2540613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>
                <a:solidFill>
                  <a:srgbClr val="FF0000"/>
                </a:solidFill>
              </a:rPr>
              <a:t>7x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56D2638-D83E-345C-AC93-13E547A8C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2334" y="125303"/>
            <a:ext cx="4746322" cy="191950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78FE970-1706-1FD9-5FD4-8957D07973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402" y="4684536"/>
            <a:ext cx="3753374" cy="204816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BAE7C87-1904-E11B-699B-5D762CEB20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1510" y="4529810"/>
            <a:ext cx="2278477" cy="220288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55CDFAE6-86D4-960B-6E3B-AD7C0F1E92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0879" y="4652802"/>
            <a:ext cx="2400635" cy="1219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488156" y="1367612"/>
            <a:ext cx="550068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1" i="0" u="none" strike="noStrike" cap="none" dirty="0">
                <a:solidFill>
                  <a:srgbClr val="00FFFF"/>
                </a:solidFill>
                <a:latin typeface="Azeret Mono"/>
                <a:ea typeface="Azeret Mono"/>
                <a:cs typeface="Azeret Mono"/>
                <a:sym typeface="Azeret Mono"/>
              </a:rPr>
              <a:t>ALIEN TECH</a:t>
            </a:r>
            <a:endParaRPr dirty="0"/>
          </a:p>
        </p:txBody>
      </p:sp>
      <p:sp>
        <p:nvSpPr>
          <p:cNvPr id="144" name="Google Shape;144;p18"/>
          <p:cNvSpPr txBox="1"/>
          <p:nvPr/>
        </p:nvSpPr>
        <p:spPr>
          <a:xfrm>
            <a:off x="409807" y="3920655"/>
            <a:ext cx="5238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Sie </a:t>
            </a:r>
            <a:r>
              <a:rPr lang="en-US" sz="3000" b="0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beobachten</a:t>
            </a:r>
            <a:r>
              <a:rPr lang="en-US" sz="3000" b="0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 uns.</a:t>
            </a:r>
            <a:endParaRPr sz="300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619125" y="242217"/>
            <a:ext cx="1125140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Akte</a:t>
            </a:r>
            <a:r>
              <a:rPr lang="en-US" sz="4500" b="1" i="0" u="none" strike="noStrike" cap="none" dirty="0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 X </a:t>
            </a:r>
            <a:r>
              <a:rPr lang="en-US" sz="4500" b="1" i="0" u="none" strike="noStrike" cap="none" dirty="0" err="1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Wahrheit</a:t>
            </a:r>
            <a:endParaRPr dirty="0"/>
          </a:p>
        </p:txBody>
      </p:sp>
      <p:pic>
        <p:nvPicPr>
          <p:cNvPr id="2" name="Grafik 1" descr="Random Man GIFs | Tenor">
            <a:extLst>
              <a:ext uri="{FF2B5EF4-FFF2-40B4-BE49-F238E27FC236}">
                <a16:creationId xmlns:a16="http://schemas.microsoft.com/office/drawing/2014/main" id="{09229500-AAC3-EA04-EC28-C2E978176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521" y="242217"/>
            <a:ext cx="2704081" cy="3035946"/>
          </a:xfrm>
          <a:prstGeom prst="rect">
            <a:avLst/>
          </a:prstGeom>
        </p:spPr>
      </p:pic>
      <p:sp>
        <p:nvSpPr>
          <p:cNvPr id="4" name="Google Shape;144;p18">
            <a:extLst>
              <a:ext uri="{FF2B5EF4-FFF2-40B4-BE49-F238E27FC236}">
                <a16:creationId xmlns:a16="http://schemas.microsoft.com/office/drawing/2014/main" id="{F5A3F62F-6A93-3C0D-1501-947E57000DA2}"/>
              </a:ext>
            </a:extLst>
          </p:cNvPr>
          <p:cNvSpPr txBox="1"/>
          <p:nvPr/>
        </p:nvSpPr>
        <p:spPr>
          <a:xfrm>
            <a:off x="409807" y="4571090"/>
            <a:ext cx="523875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7030A0"/>
                </a:solidFill>
                <a:latin typeface="Azeret Mono"/>
                <a:ea typeface="Azeret Mono"/>
                <a:cs typeface="Azeret Mono"/>
                <a:sym typeface="Azeret Mono"/>
              </a:rPr>
              <a:t>Netanjahu</a:t>
            </a:r>
            <a:r>
              <a:rPr lang="en-US" b="0" i="0" u="none" strike="noStrike" cap="none" dirty="0">
                <a:solidFill>
                  <a:srgbClr val="7030A0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b="0" i="0" u="none" strike="noStrike" cap="none" dirty="0" err="1">
                <a:solidFill>
                  <a:srgbClr val="7030A0"/>
                </a:solidFill>
                <a:latin typeface="Azeret Mono"/>
                <a:ea typeface="Azeret Mono"/>
                <a:cs typeface="Azeret Mono"/>
                <a:sym typeface="Azeret Mono"/>
              </a:rPr>
              <a:t>beobachtet</a:t>
            </a:r>
            <a:r>
              <a:rPr lang="en-US" b="0" i="0" u="none" strike="noStrike" cap="none" dirty="0">
                <a:solidFill>
                  <a:srgbClr val="7030A0"/>
                </a:solidFill>
                <a:latin typeface="Azeret Mono"/>
                <a:ea typeface="Azeret Mono"/>
                <a:cs typeface="Azeret Mono"/>
                <a:sym typeface="Azeret Mono"/>
              </a:rPr>
              <a:t> uns.</a:t>
            </a:r>
            <a:endParaRPr dirty="0">
              <a:solidFill>
                <a:srgbClr val="7030A0"/>
              </a:solidFill>
            </a:endParaRPr>
          </a:p>
        </p:txBody>
      </p:sp>
      <p:pic>
        <p:nvPicPr>
          <p:cNvPr id="5" name="Grafik 4" descr="Israel Is Listening Makima Is Listening Meme - Israel is listening Makima  is listening - Discover &amp; Share GIFs">
            <a:extLst>
              <a:ext uri="{FF2B5EF4-FFF2-40B4-BE49-F238E27FC236}">
                <a16:creationId xmlns:a16="http://schemas.microsoft.com/office/drawing/2014/main" id="{0B044647-6D01-29FB-36A6-D5A83D3C2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317" y="1177511"/>
            <a:ext cx="3463791" cy="2733473"/>
          </a:xfrm>
          <a:prstGeom prst="rect">
            <a:avLst/>
          </a:prstGeom>
        </p:spPr>
      </p:pic>
      <p:pic>
        <p:nvPicPr>
          <p:cNvPr id="6" name="Grafik 5" descr="Israel GIFs | Tenor">
            <a:extLst>
              <a:ext uri="{FF2B5EF4-FFF2-40B4-BE49-F238E27FC236}">
                <a16:creationId xmlns:a16="http://schemas.microsoft.com/office/drawing/2014/main" id="{0EE15AA5-66BE-E6AF-6233-D4E3377AE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558" y="2317896"/>
            <a:ext cx="2243260" cy="4018502"/>
          </a:xfrm>
          <a:prstGeom prst="rect">
            <a:avLst/>
          </a:prstGeom>
        </p:spPr>
      </p:pic>
      <p:pic>
        <p:nvPicPr>
          <p:cNvPr id="7" name="Grafik 6" descr="Random Man GIFs | Tenor">
            <a:extLst>
              <a:ext uri="{FF2B5EF4-FFF2-40B4-BE49-F238E27FC236}">
                <a16:creationId xmlns:a16="http://schemas.microsoft.com/office/drawing/2014/main" id="{F3D9525B-87CE-D2AE-AC11-98903401EF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8253" y="3591073"/>
            <a:ext cx="2862642" cy="28626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345281" y="1129605"/>
            <a:ext cx="1150143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WIE MAN EINE GOTTLOSE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 PRÄSENTATION HÄLT</a:t>
            </a:r>
            <a:endParaRPr/>
          </a:p>
        </p:txBody>
      </p:sp>
      <p:pic>
        <p:nvPicPr>
          <p:cNvPr id="2" name="Grafik 1" descr="Random guy on Make a GIF">
            <a:extLst>
              <a:ext uri="{FF2B5EF4-FFF2-40B4-BE49-F238E27FC236}">
                <a16:creationId xmlns:a16="http://schemas.microsoft.com/office/drawing/2014/main" id="{628863DF-502C-D7ED-A327-BD5764614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01" y="2950590"/>
            <a:ext cx="3022926" cy="3413387"/>
          </a:xfrm>
          <a:prstGeom prst="rect">
            <a:avLst/>
          </a:prstGeom>
        </p:spPr>
      </p:pic>
      <p:pic>
        <p:nvPicPr>
          <p:cNvPr id="4" name="Grafik 3" descr="Random guy on Make a GIF">
            <a:extLst>
              <a:ext uri="{FF2B5EF4-FFF2-40B4-BE49-F238E27FC236}">
                <a16:creationId xmlns:a16="http://schemas.microsoft.com/office/drawing/2014/main" id="{8B190912-8C15-7E19-15AB-61B4905A1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364" y="2972909"/>
            <a:ext cx="3022926" cy="3413387"/>
          </a:xfrm>
          <a:prstGeom prst="rect">
            <a:avLst/>
          </a:prstGeom>
        </p:spPr>
      </p:pic>
      <p:pic>
        <p:nvPicPr>
          <p:cNvPr id="6" name="Grafik 5" descr="Random guy on Make a GIF">
            <a:extLst>
              <a:ext uri="{FF2B5EF4-FFF2-40B4-BE49-F238E27FC236}">
                <a16:creationId xmlns:a16="http://schemas.microsoft.com/office/drawing/2014/main" id="{FACF51FE-0BA2-E101-8558-F829A2E23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60" y="2950589"/>
            <a:ext cx="3022926" cy="3413387"/>
          </a:xfrm>
          <a:prstGeom prst="rect">
            <a:avLst/>
          </a:prstGeom>
        </p:spPr>
      </p:pic>
      <p:pic>
        <p:nvPicPr>
          <p:cNvPr id="8" name="Grafik 7" descr="Random guy on Make a GIF">
            <a:extLst>
              <a:ext uri="{FF2B5EF4-FFF2-40B4-BE49-F238E27FC236}">
                <a16:creationId xmlns:a16="http://schemas.microsoft.com/office/drawing/2014/main" id="{D6035E0A-B754-20E3-C292-BB543F8D1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640" y="2972908"/>
            <a:ext cx="3022926" cy="3413387"/>
          </a:xfrm>
          <a:prstGeom prst="rect">
            <a:avLst/>
          </a:prstGeom>
        </p:spPr>
      </p:pic>
      <p:pic>
        <p:nvPicPr>
          <p:cNvPr id="10" name="Grafik 9" descr="Random guy on Make a GIF">
            <a:extLst>
              <a:ext uri="{FF2B5EF4-FFF2-40B4-BE49-F238E27FC236}">
                <a16:creationId xmlns:a16="http://schemas.microsoft.com/office/drawing/2014/main" id="{1D3C18FE-0CBC-23C1-F1B8-F2BB54673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857" y="2950588"/>
            <a:ext cx="3022926" cy="3413387"/>
          </a:xfrm>
          <a:prstGeom prst="rect">
            <a:avLst/>
          </a:prstGeom>
        </p:spPr>
      </p:pic>
      <p:pic>
        <p:nvPicPr>
          <p:cNvPr id="12" name="Grafik 11" descr="Random guy on Make a GIF">
            <a:extLst>
              <a:ext uri="{FF2B5EF4-FFF2-40B4-BE49-F238E27FC236}">
                <a16:creationId xmlns:a16="http://schemas.microsoft.com/office/drawing/2014/main" id="{3C49FAE9-F926-9DF9-C395-FA6861BBB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452" y="2995227"/>
            <a:ext cx="3022926" cy="34133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5925" y="5636865"/>
            <a:ext cx="13144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619125" y="2712690"/>
            <a:ext cx="10953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FFFFF"/>
                </a:solidFill>
                <a:latin typeface="Azeret Mono Black"/>
                <a:ea typeface="Azeret Mono Black"/>
                <a:cs typeface="Azeret Mono Black"/>
                <a:sym typeface="Azeret Mono Black"/>
              </a:rPr>
              <a:t>1. KEIN KONTEXT</a:t>
            </a:r>
            <a:endParaRPr dirty="0"/>
          </a:p>
        </p:txBody>
      </p:sp>
      <p:sp>
        <p:nvSpPr>
          <p:cNvPr id="164" name="Google Shape;164;p20"/>
          <p:cNvSpPr txBox="1"/>
          <p:nvPr/>
        </p:nvSpPr>
        <p:spPr>
          <a:xfrm>
            <a:off x="619125" y="3969990"/>
            <a:ext cx="10953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2. WIRR REDEN</a:t>
            </a:r>
            <a:endParaRPr dirty="0"/>
          </a:p>
        </p:txBody>
      </p:sp>
      <p:sp>
        <p:nvSpPr>
          <p:cNvPr id="165" name="Google Shape;165;p20"/>
          <p:cNvSpPr txBox="1"/>
          <p:nvPr/>
        </p:nvSpPr>
        <p:spPr>
          <a:xfrm>
            <a:off x="398520" y="5637963"/>
            <a:ext cx="10953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3. </a:t>
            </a:r>
            <a:r>
              <a:rPr lang="en-US" sz="6000" dirty="0" err="1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Netanjahu</a:t>
            </a:r>
            <a:r>
              <a:rPr lang="en-US" sz="6000" b="0" i="0" u="none" strike="noStrike" cap="none" dirty="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!</a:t>
            </a:r>
            <a:endParaRPr dirty="0"/>
          </a:p>
        </p:txBody>
      </p:sp>
      <p:sp>
        <p:nvSpPr>
          <p:cNvPr id="166" name="Google Shape;166;p20"/>
          <p:cNvSpPr txBox="1"/>
          <p:nvPr/>
        </p:nvSpPr>
        <p:spPr>
          <a:xfrm>
            <a:off x="1875345" y="130825"/>
            <a:ext cx="1125140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Regeln</a:t>
            </a:r>
            <a:r>
              <a:rPr lang="en-US" sz="4500" b="1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 des </a:t>
            </a:r>
            <a:r>
              <a:rPr lang="en-US" sz="4500" b="1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Wahnsinns</a:t>
            </a:r>
            <a:endParaRPr dirty="0"/>
          </a:p>
        </p:txBody>
      </p:sp>
      <p:sp>
        <p:nvSpPr>
          <p:cNvPr id="168" name="Google Shape;168;p20"/>
          <p:cNvSpPr txBox="1"/>
          <p:nvPr/>
        </p:nvSpPr>
        <p:spPr>
          <a:xfrm>
            <a:off x="6338114" y="977693"/>
            <a:ext cx="4282261" cy="155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00FFF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MAUSZEIGER?</a:t>
            </a:r>
            <a:endParaRPr dirty="0"/>
          </a:p>
        </p:txBody>
      </p:sp>
      <p:sp>
        <p:nvSpPr>
          <p:cNvPr id="169" name="Google Shape;169;p20"/>
          <p:cNvSpPr txBox="1"/>
          <p:nvPr/>
        </p:nvSpPr>
        <p:spPr>
          <a:xfrm>
            <a:off x="839730" y="3860955"/>
            <a:ext cx="3951232" cy="12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00F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HÖRE AUF ZU LESEN</a:t>
            </a:r>
            <a:endParaRPr dirty="0"/>
          </a:p>
        </p:txBody>
      </p:sp>
      <p:sp>
        <p:nvSpPr>
          <p:cNvPr id="170" name="Google Shape;170;p20"/>
          <p:cNvSpPr txBox="1"/>
          <p:nvPr/>
        </p:nvSpPr>
        <p:spPr>
          <a:xfrm>
            <a:off x="7924205" y="3672826"/>
            <a:ext cx="342806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00FF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Random SHIT.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AAA2142-425E-094F-4718-4869C3AB0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137" y="4400639"/>
            <a:ext cx="1421660" cy="189554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E5E557A-FDF2-2847-45F2-8A7092386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142" y="123489"/>
            <a:ext cx="1484700" cy="19796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CBD72D8-9CB2-6484-1517-B2A503914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916053"/>
            <a:ext cx="2812232" cy="173269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A116296-A57D-528B-5BB2-F57AB8450D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562" y="1935169"/>
            <a:ext cx="2363787" cy="173710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6DC5ED4-AC13-5152-CFBA-36F2A35A1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102" y="4656215"/>
            <a:ext cx="2681590" cy="81454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4DC6563-5650-9134-67B3-4F71869660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2250" y="797575"/>
            <a:ext cx="2124371" cy="1790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2653277" y="5289350"/>
            <a:ext cx="6885446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“</a:t>
            </a:r>
            <a:r>
              <a:rPr lang="en-US" sz="3750" b="1" i="0" u="none" strike="noStrike" cap="none" dirty="0" err="1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Einfach</a:t>
            </a:r>
            <a:r>
              <a:rPr lang="en-US" sz="3750" b="1" i="0" u="none" strike="noStrike" cap="none" dirty="0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 Reden Digga”</a:t>
            </a:r>
            <a:endParaRPr dirty="0"/>
          </a:p>
        </p:txBody>
      </p:sp>
      <p:sp>
        <p:nvSpPr>
          <p:cNvPr id="179" name="Google Shape;179;p21"/>
          <p:cNvSpPr txBox="1"/>
          <p:nvPr/>
        </p:nvSpPr>
        <p:spPr>
          <a:xfrm>
            <a:off x="857250" y="1093440"/>
            <a:ext cx="1125140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Der </a:t>
            </a:r>
            <a:r>
              <a:rPr lang="en-US" sz="4500" b="1" i="0" u="none" strike="noStrike" cap="none" dirty="0" err="1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Sigmanator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192C451-C85A-C5B2-23E0-E1D40CF83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864" y="1828576"/>
            <a:ext cx="6430272" cy="3200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2175510" y="2176462"/>
            <a:ext cx="784098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000000"/>
                </a:solidFill>
                <a:latin typeface="Azeret Mono"/>
                <a:ea typeface="Azeret Mono"/>
                <a:cs typeface="Azeret Mono"/>
                <a:sym typeface="Azeret Mono"/>
              </a:rPr>
              <a:t>KLICK!!!</a:t>
            </a:r>
            <a:endParaRPr dirty="0"/>
          </a:p>
        </p:txBody>
      </p:sp>
      <p:sp>
        <p:nvSpPr>
          <p:cNvPr id="187" name="Google Shape;187;p22"/>
          <p:cNvSpPr txBox="1"/>
          <p:nvPr/>
        </p:nvSpPr>
        <p:spPr>
          <a:xfrm>
            <a:off x="3495675" y="480060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zeret Mono Black"/>
                <a:ea typeface="Azeret Mono Black"/>
                <a:cs typeface="Azeret Mono Black"/>
                <a:sym typeface="Azeret Mono Black"/>
              </a:rPr>
              <a:t>KAUF EINE KUH. JETZT.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345281" y="1257300"/>
            <a:ext cx="1150143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FF00"/>
                </a:solidFill>
                <a:latin typeface="Azeret Mono"/>
                <a:ea typeface="Azeret Mono"/>
                <a:cs typeface="Azeret Mono"/>
                <a:sym typeface="Azeret Mono"/>
              </a:rPr>
              <a:t>FRAGEN?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619125" y="3133725"/>
            <a:ext cx="1095375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(</a:t>
            </a:r>
            <a:r>
              <a:rPr lang="en-US" sz="1950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K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eine </a:t>
            </a:r>
            <a:r>
              <a:rPr lang="en-US" sz="1950" b="0" i="0" u="none" strike="noStrike" cap="none" dirty="0" err="1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beantworten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)</a:t>
            </a:r>
            <a:endParaRPr dirty="0"/>
          </a:p>
        </p:txBody>
      </p:sp>
      <p:sp>
        <p:nvSpPr>
          <p:cNvPr id="195" name="Google Shape;195;p23"/>
          <p:cNvSpPr txBox="1"/>
          <p:nvPr/>
        </p:nvSpPr>
        <p:spPr>
          <a:xfrm>
            <a:off x="619125" y="4630935"/>
            <a:ext cx="10953750" cy="16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Diese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 Folie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wurde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wurd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 emit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Autismus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erstellt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Breitbild</PresentationFormat>
  <Paragraphs>41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Azeret Mono</vt:lpstr>
      <vt:lpstr>Calibri</vt:lpstr>
      <vt:lpstr>Azeret Mono Black</vt:lpstr>
      <vt:lpstr>Permanent Marker</vt:lpstr>
      <vt:lpstr>Urbanist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</cp:lastModifiedBy>
  <cp:revision>6</cp:revision>
  <dcterms:modified xsi:type="dcterms:W3CDTF">2026-06-16T21:16:26Z</dcterms:modified>
</cp:coreProperties>
</file>