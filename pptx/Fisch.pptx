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omic Neue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jpeg"/><Relationship Id="rId5" Type="http://schemas.openxmlformats.org/officeDocument/2006/relationships/image" Target="../media/image28.png"/><Relationship Id="rId10" Type="http://schemas.openxmlformats.org/officeDocument/2006/relationships/image" Target="../media/image33.jpeg"/><Relationship Id="rId4" Type="http://schemas.openxmlformats.org/officeDocument/2006/relationships/image" Target="../media/image27.png"/><Relationship Id="rId9" Type="http://schemas.openxmlformats.org/officeDocument/2006/relationships/image" Target="../media/image3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87699" y="3336694"/>
            <a:ext cx="8616599" cy="171158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84551" y="993995"/>
            <a:ext cx="11622897" cy="132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5" b="1" i="0" u="none" strike="noStrike" cap="none" dirty="0">
                <a:solidFill>
                  <a:srgbClr val="FF00FF"/>
                </a:solidFill>
                <a:latin typeface="Comic Neue"/>
                <a:ea typeface="Comic Neue"/>
                <a:cs typeface="Comic Neue"/>
                <a:sym typeface="Comic Neue"/>
              </a:rPr>
              <a:t>TIM</a:t>
            </a:r>
            <a:r>
              <a:rPr lang="en-US" sz="8625" b="1" dirty="0">
                <a:solidFill>
                  <a:srgbClr val="FF00FF"/>
                </a:solidFill>
                <a:latin typeface="Comic Neue"/>
                <a:ea typeface="Comic Neue"/>
                <a:cs typeface="Comic Neue"/>
                <a:sym typeface="Comic Neue"/>
              </a:rPr>
              <a:t>MY</a:t>
            </a:r>
            <a:r>
              <a:rPr lang="en-US" sz="8625" b="1" i="0" u="none" strike="noStrike" cap="none" dirty="0">
                <a:solidFill>
                  <a:srgbClr val="FF00FF"/>
                </a:solidFill>
                <a:latin typeface="Comic Neue"/>
                <a:ea typeface="Comic Neue"/>
                <a:cs typeface="Comic Neue"/>
                <a:sym typeface="Comic Neue"/>
              </a:rPr>
              <a:t> DER WAHL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547639"/>
            <a:ext cx="11049000" cy="67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Der </a:t>
            </a:r>
            <a:r>
              <a:rPr lang="en-US" sz="3375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fette</a:t>
            </a:r>
            <a:r>
              <a:rPr lang="en-US" sz="3375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Verwirrte 🐋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470624"/>
            <a:ext cx="110490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Comic Neue"/>
                <a:ea typeface="Comic Neue"/>
                <a:cs typeface="Comic Neue"/>
                <a:sym typeface="Comic Neue"/>
              </a:rPr>
              <a:t>Absolut </a:t>
            </a:r>
            <a:r>
              <a:rPr lang="en-US" sz="1800" b="1" i="0" u="none" strike="noStrike" cap="none" dirty="0" err="1">
                <a:solidFill>
                  <a:srgbClr val="333333"/>
                </a:solidFill>
                <a:latin typeface="Comic Neue"/>
                <a:ea typeface="Comic Neue"/>
                <a:cs typeface="Comic Neue"/>
                <a:sym typeface="Comic Neue"/>
              </a:rPr>
              <a:t>Professionele</a:t>
            </a:r>
            <a:r>
              <a:rPr lang="en-US" sz="1800" b="1" i="0" u="none" strike="noStrike" cap="none" dirty="0">
                <a:solidFill>
                  <a:srgbClr val="333333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1800" b="1" i="0" u="none" strike="noStrike" cap="none" dirty="0" err="1">
                <a:solidFill>
                  <a:srgbClr val="333333"/>
                </a:solidFill>
                <a:latin typeface="Comic Neue"/>
                <a:ea typeface="Comic Neue"/>
                <a:cs typeface="Comic Neue"/>
                <a:sym typeface="Comic Neue"/>
              </a:rPr>
              <a:t>Präsentation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083248" y="3632243"/>
            <a:ext cx="8025503" cy="1120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Ein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fettes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Vieh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baut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den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größten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Unfall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des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Jahrhunderts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und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keiner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weiß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,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wer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er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ist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.</a:t>
            </a:r>
            <a:endParaRPr dirty="0"/>
          </a:p>
        </p:txBody>
      </p:sp>
      <p:pic>
        <p:nvPicPr>
          <p:cNvPr id="2" name="YTDown_YouTube_Sprengt-den-Wal_Media_0NDVic_nct0_009_128k">
            <a:hlinkClick r:id="" action="ppaction://media"/>
            <a:extLst>
              <a:ext uri="{FF2B5EF4-FFF2-40B4-BE49-F238E27FC236}">
                <a16:creationId xmlns:a16="http://schemas.microsoft.com/office/drawing/2014/main" id="{B11ED59D-AF8A-2A03-0759-8A3A1AA9FF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66700" y="173223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515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758" y="1909919"/>
            <a:ext cx="5914883" cy="1666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3459" y="1615040"/>
            <a:ext cx="4973481" cy="367554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43306" y="2205467"/>
            <a:ext cx="5252694" cy="107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0FF00"/>
                </a:solidFill>
                <a:latin typeface="Comic Neue"/>
                <a:ea typeface="Comic Neue"/>
                <a:cs typeface="Comic Neue"/>
                <a:sym typeface="Comic Neue"/>
              </a:rPr>
              <a:t>Tim</a:t>
            </a:r>
            <a:r>
              <a:rPr lang="en-US" sz="2700" b="1" dirty="0">
                <a:solidFill>
                  <a:srgbClr val="00FF00"/>
                </a:solidFill>
                <a:latin typeface="Comic Neue"/>
                <a:ea typeface="Comic Neue"/>
                <a:cs typeface="Comic Neue"/>
                <a:sym typeface="Comic Neue"/>
              </a:rPr>
              <a:t>my</a:t>
            </a:r>
            <a:r>
              <a:rPr lang="en-US" sz="2700" b="1" i="0" u="none" strike="noStrike" cap="none" dirty="0">
                <a:solidFill>
                  <a:srgbClr val="00FF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700" b="1" i="0" u="none" strike="noStrike" cap="none" dirty="0" err="1">
                <a:solidFill>
                  <a:srgbClr val="00FF00"/>
                </a:solidFill>
                <a:latin typeface="Comic Neue"/>
                <a:ea typeface="Comic Neue"/>
                <a:cs typeface="Comic Neue"/>
                <a:sym typeface="Comic Neue"/>
              </a:rPr>
              <a:t>dachte</a:t>
            </a:r>
            <a:r>
              <a:rPr lang="en-US" sz="2700" b="1" i="0" u="none" strike="noStrike" cap="none" dirty="0">
                <a:solidFill>
                  <a:srgbClr val="00FF00"/>
                </a:solidFill>
                <a:latin typeface="Comic Neue"/>
                <a:ea typeface="Comic Neue"/>
                <a:cs typeface="Comic Neue"/>
                <a:sym typeface="Comic Neue"/>
              </a:rPr>
              <a:t>, </a:t>
            </a:r>
            <a:r>
              <a:rPr lang="en-US" sz="2700" b="1" i="0" u="none" strike="noStrike" cap="none" dirty="0" err="1">
                <a:solidFill>
                  <a:srgbClr val="00FF00"/>
                </a:solidFill>
                <a:latin typeface="Comic Neue"/>
                <a:ea typeface="Comic Neue"/>
                <a:cs typeface="Comic Neue"/>
                <a:sym typeface="Comic Neue"/>
              </a:rPr>
              <a:t>Timmendorfer</a:t>
            </a:r>
            <a:r>
              <a:rPr lang="en-US" sz="2700" b="1" i="0" u="none" strike="noStrike" cap="none" dirty="0">
                <a:solidFill>
                  <a:srgbClr val="00FF00"/>
                </a:solidFill>
                <a:latin typeface="Comic Neue"/>
                <a:ea typeface="Comic Neue"/>
                <a:cs typeface="Comic Neue"/>
                <a:sym typeface="Comic Neue"/>
              </a:rPr>
              <a:t> Strand </a:t>
            </a:r>
            <a:r>
              <a:rPr lang="en-US" sz="2700" b="1" i="0" u="none" strike="noStrike" cap="none" dirty="0" err="1">
                <a:solidFill>
                  <a:srgbClr val="00FF00"/>
                </a:solidFill>
                <a:latin typeface="Comic Neue"/>
                <a:ea typeface="Comic Neue"/>
                <a:cs typeface="Comic Neue"/>
                <a:sym typeface="Comic Neue"/>
              </a:rPr>
              <a:t>ist</a:t>
            </a:r>
            <a:r>
              <a:rPr lang="en-US" sz="2700" b="1" i="0" u="none" strike="noStrike" cap="none" dirty="0">
                <a:solidFill>
                  <a:srgbClr val="00FF00"/>
                </a:solidFill>
                <a:latin typeface="Comic Neue"/>
                <a:ea typeface="Comic Neue"/>
                <a:cs typeface="Comic Neue"/>
                <a:sym typeface="Comic Neue"/>
              </a:rPr>
              <a:t> Malle.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711059"/>
            <a:ext cx="381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💀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712964"/>
            <a:ext cx="54864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Navi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komplett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Schrott: Atlantik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gesucht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, in Niendorf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gelandet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598670"/>
            <a:ext cx="381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💀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499" y="4600575"/>
            <a:ext cx="5780959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Ostsee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-&gt; 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Zu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flach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für </a:t>
            </a:r>
            <a:r>
              <a:rPr lang="en-US" sz="2400" b="1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big daddy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Wale,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keine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Fische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,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nur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Algen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und Rentn</a:t>
            </a:r>
            <a:r>
              <a:rPr lang="en-US" sz="2400" b="1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er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.</a:t>
            </a:r>
            <a:endParaRPr dirty="0"/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1392018">
            <a:off x="6939397" y="1834145"/>
            <a:ext cx="4585345" cy="33062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FALSCH ABGEBOGEN!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853C3FA-E12D-1CA7-76A6-F9E6363061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3459" y="209046"/>
            <a:ext cx="1828112" cy="1828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2927" y="3176336"/>
            <a:ext cx="3621394" cy="2130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0948" y="3206319"/>
            <a:ext cx="3590103" cy="2070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9515" y="3236619"/>
            <a:ext cx="3557718" cy="200966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76852" y="5794557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Zeitungen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brauchten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Klicks, also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wurden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hirntote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Namen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rausgeballert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: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823241" y="3476649"/>
            <a:ext cx="311759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1. TIMMY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848664" y="3961759"/>
            <a:ext cx="2995344" cy="108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Weil </a:t>
            </a:r>
            <a:r>
              <a:rPr lang="en-US" sz="1800" b="1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wegen</a:t>
            </a:r>
            <a:r>
              <a:rPr lang="en-US" sz="1800" b="1" i="0" u="none" strike="noStrike" cap="none" dirty="0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1800" b="1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Timmendorfer</a:t>
            </a:r>
            <a:r>
              <a:rPr lang="en-US" sz="1800" b="1" i="0" u="none" strike="noStrike" cap="none" dirty="0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 Strand. </a:t>
            </a:r>
            <a:r>
              <a:rPr lang="en-US" sz="1800" b="1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Höchste</a:t>
            </a:r>
            <a:r>
              <a:rPr lang="en-US" sz="1800" b="1" i="0" u="none" strike="noStrike" cap="none" dirty="0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1800" b="1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norddeutsche</a:t>
            </a:r>
            <a:r>
              <a:rPr lang="en-US" sz="1800" b="1" i="0" u="none" strike="noStrike" cap="none" dirty="0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1800" b="1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Kreativitätsstufe</a:t>
            </a:r>
            <a:r>
              <a:rPr lang="en-US" sz="1800" b="1" i="0" u="none" strike="noStrike" cap="none" dirty="0">
                <a:solidFill>
                  <a:schemeClr val="bg1">
                    <a:lumMod val="95000"/>
                  </a:schemeClr>
                </a:solidFill>
                <a:latin typeface="Comic Neue"/>
                <a:ea typeface="Comic Neue"/>
                <a:cs typeface="Comic Neue"/>
                <a:sym typeface="Comic Neue"/>
              </a:rPr>
              <a:t>.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630922" y="3501868"/>
            <a:ext cx="3112809" cy="493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2. HOPE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596496" y="3987347"/>
            <a:ext cx="2982052" cy="108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Weil 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Tierschützer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dachten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, 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englische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Namen 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heilen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Krankheiten</a:t>
            </a:r>
            <a:r>
              <a:rPr lang="en-US" sz="1800" b="1" dirty="0">
                <a:latin typeface="Comic Neue"/>
                <a:ea typeface="Comic Neue"/>
                <a:cs typeface="Comic Neue"/>
                <a:sym typeface="Comic Neue"/>
              </a:rPr>
              <a:t>. Nuh uh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8370209" y="3527312"/>
            <a:ext cx="3107071" cy="441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0000"/>
                </a:solidFill>
                <a:latin typeface="Comic Neue"/>
                <a:ea typeface="Comic Neue"/>
                <a:cs typeface="Comic Neue"/>
                <a:sym typeface="Comic Neue"/>
              </a:rPr>
              <a:t>3. FRIDOLIN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78687" y="4013013"/>
            <a:ext cx="2967853" cy="94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Klingt wie ein Hamster. War zum Glück schnell wieder weg.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75574" y="101464"/>
            <a:ext cx="11601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NAMEN-BATTLE AUF WISH</a:t>
            </a:r>
            <a:endParaRPr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298F916-7C1D-597B-1538-B3C918325C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088" y="779907"/>
            <a:ext cx="4099961" cy="2306228"/>
          </a:xfrm>
          <a:prstGeom prst="rect">
            <a:avLst/>
          </a:prstGeom>
        </p:spPr>
      </p:pic>
      <p:pic>
        <p:nvPicPr>
          <p:cNvPr id="12" name="Grafik 11" descr="Tja : r/tja">
            <a:extLst>
              <a:ext uri="{FF2B5EF4-FFF2-40B4-BE49-F238E27FC236}">
                <a16:creationId xmlns:a16="http://schemas.microsoft.com/office/drawing/2014/main" id="{773FB9F9-10D7-C932-B04E-3E60B0B9A9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5825" y="831501"/>
            <a:ext cx="3542123" cy="236141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B9125D3-31D8-0887-CCB9-B676956135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8620" y="256763"/>
            <a:ext cx="2762636" cy="30960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588" y="2103667"/>
            <a:ext cx="5897223" cy="186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574" y="4051051"/>
            <a:ext cx="5925249" cy="1963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3459" y="1343577"/>
            <a:ext cx="4973481" cy="367554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47281" y="2394360"/>
            <a:ext cx="5315835" cy="1280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Die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Profis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so: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"Safe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ein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fetter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Jungbulle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! Der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macht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so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tiefe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,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asoziale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Prollo-Geräusche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beim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Singen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!"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838123" y="4346599"/>
            <a:ext cx="5334153" cy="1240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Dänemark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schneidet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auf: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KEIN </a:t>
            </a:r>
            <a:r>
              <a:rPr lang="en-US" sz="2400" b="1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L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ümmel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! Schock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schwere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Not!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13542" y="1423661"/>
            <a:ext cx="4813313" cy="351537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MACKER ODER MUDDI? DIE KRISE</a:t>
            </a:r>
            <a:endParaRPr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780794C-915B-FD1F-B8BB-E1F0E30077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1889" y="200489"/>
            <a:ext cx="1724576" cy="244634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59A154D-9E31-61B9-36B1-72060DC0E0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252629">
            <a:off x="4056692" y="4933522"/>
            <a:ext cx="1096304" cy="155512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058DCB4-36A2-D109-0730-5227E90035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72448">
            <a:off x="6149728" y="1147327"/>
            <a:ext cx="950866" cy="134882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2D96554-A33C-418C-2692-C686B06485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315306">
            <a:off x="509063" y="1333448"/>
            <a:ext cx="658120" cy="93355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9D7F55E-8EE1-38E1-5423-B080FB16B3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502276">
            <a:off x="925212" y="5319062"/>
            <a:ext cx="394839" cy="56008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E3A3E24-D20E-466D-B5D9-B84F9E2C05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4230331">
            <a:off x="4067364" y="1599250"/>
            <a:ext cx="394839" cy="56008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EA2F0A9-9EED-D0B5-3F6F-EA11E532B7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7614286" y="4459035"/>
            <a:ext cx="394839" cy="56008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9EE0EEA-5A5A-EEE2-C18E-6413D6BC6C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587436">
            <a:off x="2410884" y="1880364"/>
            <a:ext cx="394839" cy="560086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F1E111B8-71BA-9D83-C1D2-6DE58295D4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70456">
            <a:off x="2109371" y="5839436"/>
            <a:ext cx="394839" cy="560086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454F99E-8904-3639-C7C7-4A4F8C037A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987208">
            <a:off x="10783998" y="4052871"/>
            <a:ext cx="394839" cy="56008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142B622-3670-6C6F-1EF2-FAC255F8DE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04039">
            <a:off x="6164793" y="3811207"/>
            <a:ext cx="658120" cy="93355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DDDB6458-5A94-A05A-74BA-5B327C036B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53102">
            <a:off x="6098043" y="5482303"/>
            <a:ext cx="658120" cy="933555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8B679BEE-EE46-BAD3-3A31-0FC0A6A4F0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79394">
            <a:off x="4698791" y="1330658"/>
            <a:ext cx="782166" cy="110951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0D8F3DC-A22C-10A9-58C9-4166D54D39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504520">
            <a:off x="1747192" y="1551448"/>
            <a:ext cx="464948" cy="65953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D6B2E2E-8D08-31E1-5E7A-AC6C0D91FB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687540">
            <a:off x="1459879" y="5513054"/>
            <a:ext cx="464948" cy="65953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DE91D57-9A7D-B907-D57D-84F500BF21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587436">
            <a:off x="3161020" y="959869"/>
            <a:ext cx="762834" cy="108209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02D7E5C-8008-EFB8-6349-07FD9893CA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70456">
            <a:off x="2834182" y="5529857"/>
            <a:ext cx="762834" cy="1082093"/>
          </a:xfrm>
          <a:prstGeom prst="rect">
            <a:avLst/>
          </a:prstGeom>
        </p:spPr>
      </p:pic>
      <p:pic>
        <p:nvPicPr>
          <p:cNvPr id="6" name="Google Shape;126;p16" descr="image.png">
            <a:extLst>
              <a:ext uri="{FF2B5EF4-FFF2-40B4-BE49-F238E27FC236}">
                <a16:creationId xmlns:a16="http://schemas.microsoft.com/office/drawing/2014/main" id="{2730B12B-4BC0-B5E7-8EBE-F3DDF946CE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6580" y="5134473"/>
            <a:ext cx="3942782" cy="1590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30;p16">
            <a:extLst>
              <a:ext uri="{FF2B5EF4-FFF2-40B4-BE49-F238E27FC236}">
                <a16:creationId xmlns:a16="http://schemas.microsoft.com/office/drawing/2014/main" id="{784367C0-9AF6-8D5D-4838-C588566231E9}"/>
              </a:ext>
            </a:extLst>
          </p:cNvPr>
          <p:cNvSpPr txBox="1"/>
          <p:nvPr/>
        </p:nvSpPr>
        <p:spPr>
          <a:xfrm>
            <a:off x="7199096" y="5184884"/>
            <a:ext cx="3686711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Vielleicht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war er ja Trans? 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❤🧡💛💚💙💜🤎🖤🤍🌈🌈🌈🌈🌈🌈</a:t>
            </a:r>
            <a:endParaRPr dirty="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8E2FD561-8F2B-98B6-AFE9-B19942293E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271115">
            <a:off x="11013794" y="5729696"/>
            <a:ext cx="658120" cy="933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500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979" y="1940199"/>
            <a:ext cx="11076040" cy="1352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5542" y="3384630"/>
            <a:ext cx="11080916" cy="192100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5416748"/>
            <a:ext cx="11049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Wir finden Todesangst halt faszinierend, solange es ein Wal ist.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 rot="21409660">
            <a:off x="853528" y="2235747"/>
            <a:ext cx="10484943" cy="7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Die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Touristen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so: "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Ohhh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,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wie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schön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er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singt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! Ein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Natur-Konzert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!"</a:t>
            </a:r>
            <a:endParaRPr dirty="0"/>
          </a:p>
        </p:txBody>
      </p:sp>
      <p:sp>
        <p:nvSpPr>
          <p:cNvPr id="143" name="Google Shape;143;p17"/>
          <p:cNvSpPr txBox="1"/>
          <p:nvPr/>
        </p:nvSpPr>
        <p:spPr>
          <a:xfrm rot="175448">
            <a:off x="848674" y="3677763"/>
            <a:ext cx="10494650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mic Neue"/>
                <a:ea typeface="Comic Neue"/>
                <a:cs typeface="Comic Neue"/>
                <a:sym typeface="Comic Neue"/>
              </a:rPr>
              <a:t>Transgender Wal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:  “WAAAAAAAAAAAAAAAAAAAAAAAAAAAAAAAAAAAAAAAAAAAAA     AAAAAAAAAAAAAAAAAAAAAAAAAAAAAAAAAAAAAAAAAAAAAAAAAAAAAAAAAAAAAAAAAAAAAAAAAAAAAAAAAAAAAAAAAAAAAAAAAAAAAAAAAAAAAAAAAAAAAAAAAAh"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GESANG ODER PANIKSCHREI?</a:t>
            </a:r>
            <a:endParaRPr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2A8A50-C138-60B7-8483-DA139688D7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22730">
            <a:off x="9690237" y="291625"/>
            <a:ext cx="1861435" cy="204757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FF34B2AD-7FB7-4029-1BCB-075959AB19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078202">
            <a:off x="909225" y="1210744"/>
            <a:ext cx="932529" cy="102578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C325AE9-301D-3AC0-6F16-BB7590EFD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10929">
            <a:off x="522412" y="5353981"/>
            <a:ext cx="1023388" cy="11257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115860A-BEBC-4CB9-ECEA-78721FFB66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52022">
            <a:off x="10243084" y="5265330"/>
            <a:ext cx="1558880" cy="112572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7EDF87D-E08E-7F96-3EAE-E64F9881EA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3775" y="2702196"/>
            <a:ext cx="6686894" cy="87744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BDDE0BD-B988-AA38-E812-C1B62CF7BF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844256">
            <a:off x="2670582" y="1260844"/>
            <a:ext cx="963745" cy="106012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B2A963A-DC26-82CE-F855-860AEBD45A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71262">
            <a:off x="4780415" y="1101341"/>
            <a:ext cx="417421" cy="112572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31512A3-E9C1-A393-760A-CE8E4E6F5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10929">
            <a:off x="5966715" y="1391737"/>
            <a:ext cx="523408" cy="57574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9DBA44E-712D-1065-7336-3817761873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909006">
            <a:off x="2273708" y="5892003"/>
            <a:ext cx="585762" cy="644338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A347E01B-A47D-5203-4E8F-F873E193C3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216556">
            <a:off x="7064894" y="1449342"/>
            <a:ext cx="523408" cy="575749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9FF9C2D3-2F96-1DD8-96E7-737D98ACE4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614633">
            <a:off x="3371887" y="5949608"/>
            <a:ext cx="585762" cy="644338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A63C3DBD-8AED-D672-966F-543923CEA7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498267">
            <a:off x="8135518" y="1391737"/>
            <a:ext cx="523408" cy="57574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B3E32D69-8027-5B96-B1D2-651740FE3A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896344">
            <a:off x="4442511" y="5892003"/>
            <a:ext cx="585762" cy="644338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4CA9DBAB-AA22-D2FC-48E2-C48FCDD95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724376">
            <a:off x="9029662" y="1303464"/>
            <a:ext cx="523408" cy="575749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92115D3F-886B-FDFB-1D4E-0FCE05B7B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122453">
            <a:off x="5336655" y="5803730"/>
            <a:ext cx="585762" cy="644338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65D1169-DB8D-A436-3FE1-8E51BE041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210835" y="5994473"/>
            <a:ext cx="523408" cy="575749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C77FBE31-9F7F-9A4E-8D7A-153BBD725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5627">
            <a:off x="7309014" y="6052078"/>
            <a:ext cx="523408" cy="575749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931FE31F-8699-915E-B89F-8D423F3BC1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87338">
            <a:off x="8379638" y="5994473"/>
            <a:ext cx="523408" cy="57574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5A0D7FB2-A085-E5C9-13AA-F5FC70879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3447">
            <a:off x="9273782" y="5906200"/>
            <a:ext cx="523408" cy="5757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0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90" y="2010986"/>
            <a:ext cx="6038818" cy="373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8760" y="2865630"/>
            <a:ext cx="4862878" cy="25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5874" y="2091070"/>
            <a:ext cx="5878651" cy="357120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6788760" y="1233435"/>
            <a:ext cx="5239842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Nachdem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Timmy tot war,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cummen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die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DäääÄÄÄÄÄÄÄÄÄnen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mit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den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richtig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großen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Messern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. (London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RolePlay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)</a:t>
            </a:r>
            <a:endParaRPr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6819900" y="5512891"/>
            <a:ext cx="4800600" cy="39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Timmy</a:t>
            </a:r>
            <a:r>
              <a:rPr lang="en-US" sz="1950" b="1" dirty="0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1950" b="1" dirty="0" err="1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ist</a:t>
            </a:r>
            <a:r>
              <a:rPr lang="en-US" sz="1950" b="1" i="0" u="none" strike="noStrike" cap="none" dirty="0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 ab da </a:t>
            </a:r>
            <a:r>
              <a:rPr lang="en-US" sz="1950" b="1" i="0" u="none" strike="noStrike" cap="none" dirty="0" err="1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offiziell</a:t>
            </a:r>
            <a:r>
              <a:rPr lang="en-US" sz="1950" b="1" i="0" u="none" strike="noStrike" cap="none" dirty="0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 "Timea".</a:t>
            </a:r>
            <a:endParaRPr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7110114" y="3158762"/>
            <a:ext cx="4248391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❌ Magen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komplett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leer</a:t>
            </a:r>
            <a:endParaRPr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7120484" y="3703951"/>
            <a:ext cx="4238021" cy="50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❌ Aber: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Eindeutig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eine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Walkuh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ENDSTATION: DÄNEMARK</a:t>
            </a:r>
            <a:endParaRPr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1D9EBE8-EA49-B29C-35D6-5A44E541FFDF}"/>
              </a:ext>
            </a:extLst>
          </p:cNvPr>
          <p:cNvSpPr txBox="1"/>
          <p:nvPr/>
        </p:nvSpPr>
        <p:spPr>
          <a:xfrm>
            <a:off x="3047215" y="3277468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4DF859F-5730-8DCE-73E5-0A0D7A65FD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616281">
            <a:off x="740772" y="1408522"/>
            <a:ext cx="1570059" cy="1204929"/>
          </a:xfrm>
          <a:prstGeom prst="rect">
            <a:avLst/>
          </a:prstGeom>
        </p:spPr>
      </p:pic>
      <p:pic>
        <p:nvPicPr>
          <p:cNvPr id="6" name="Grafik 5" descr="Koteletts vom Schwäbisch-Hällischen Landschwein Rezept">
            <a:extLst>
              <a:ext uri="{FF2B5EF4-FFF2-40B4-BE49-F238E27FC236}">
                <a16:creationId xmlns:a16="http://schemas.microsoft.com/office/drawing/2014/main" id="{97D7FDA2-A809-FE89-50C8-6213C4A205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26126">
            <a:off x="4149485" y="4034558"/>
            <a:ext cx="2339168" cy="2339168"/>
          </a:xfrm>
          <a:prstGeom prst="rect">
            <a:avLst/>
          </a:prstGeom>
        </p:spPr>
      </p:pic>
      <p:pic>
        <p:nvPicPr>
          <p:cNvPr id="7" name="Grafik 6" descr="Koteletts vom Schwäbisch-Hällischen Schwein">
            <a:extLst>
              <a:ext uri="{FF2B5EF4-FFF2-40B4-BE49-F238E27FC236}">
                <a16:creationId xmlns:a16="http://schemas.microsoft.com/office/drawing/2014/main" id="{0D03D643-19DE-2D02-0996-831EF27CB1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168456">
            <a:off x="647191" y="4716724"/>
            <a:ext cx="2828153" cy="1884257"/>
          </a:xfrm>
          <a:prstGeom prst="rect">
            <a:avLst/>
          </a:prstGeom>
        </p:spPr>
      </p:pic>
      <p:pic>
        <p:nvPicPr>
          <p:cNvPr id="8" name="Grafik 7" descr="Fischstäbchen-aus-Seefisch-tiefgekühlt-Besser-zuhause-genießen - Besser -  zuhause genießen">
            <a:extLst>
              <a:ext uri="{FF2B5EF4-FFF2-40B4-BE49-F238E27FC236}">
                <a16:creationId xmlns:a16="http://schemas.microsoft.com/office/drawing/2014/main" id="{9AE0335A-E10F-4DE7-88C8-D6F05E2905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7051" y="1211435"/>
            <a:ext cx="1959269" cy="1959269"/>
          </a:xfrm>
          <a:prstGeom prst="rect">
            <a:avLst/>
          </a:prstGeom>
        </p:spPr>
      </p:pic>
      <p:pic>
        <p:nvPicPr>
          <p:cNvPr id="9" name="Grafik 8" descr="Iglo Fischstäbchen">
            <a:extLst>
              <a:ext uri="{FF2B5EF4-FFF2-40B4-BE49-F238E27FC236}">
                <a16:creationId xmlns:a16="http://schemas.microsoft.com/office/drawing/2014/main" id="{5B5E5E80-C2E8-1CC1-1459-331358E9A1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29438" y="1236624"/>
            <a:ext cx="2551522" cy="1409716"/>
          </a:xfrm>
          <a:prstGeom prst="rect">
            <a:avLst/>
          </a:prstGeom>
        </p:spPr>
      </p:pic>
      <p:sp>
        <p:nvSpPr>
          <p:cNvPr id="11" name="Google Shape;156;p18">
            <a:extLst>
              <a:ext uri="{FF2B5EF4-FFF2-40B4-BE49-F238E27FC236}">
                <a16:creationId xmlns:a16="http://schemas.microsoft.com/office/drawing/2014/main" id="{A1A52163-062B-E5A7-7D60-E22E009B664C}"/>
              </a:ext>
            </a:extLst>
          </p:cNvPr>
          <p:cNvSpPr txBox="1"/>
          <p:nvPr/>
        </p:nvSpPr>
        <p:spPr>
          <a:xfrm>
            <a:off x="7010398" y="4437344"/>
            <a:ext cx="4531154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 dirty="0">
                <a:solidFill>
                  <a:srgbClr val="00B050"/>
                </a:solidFill>
                <a:latin typeface="Comic Neue"/>
                <a:ea typeface="Comic Neue"/>
                <a:cs typeface="Comic Neue"/>
                <a:sym typeface="Comic Neue"/>
              </a:rPr>
              <a:t>✔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Verarbeitet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zu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 Fisch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mic Neue"/>
                <a:ea typeface="Comic Neue"/>
                <a:cs typeface="Comic Neue"/>
                <a:sym typeface="Comic Neue"/>
              </a:rPr>
              <a:t>Stäbchen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CD32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00309"/>
            <a:ext cx="11080916" cy="165262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2146983" y="1870095"/>
            <a:ext cx="895776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0" i="0" u="none" strike="noStrike" cap="none" dirty="0">
                <a:solidFill>
                  <a:srgbClr val="FF00FF"/>
                </a:solidFill>
                <a:latin typeface="Comic Neue"/>
                <a:ea typeface="Comic Neue"/>
                <a:cs typeface="Comic Neue"/>
                <a:sym typeface="Comic Neue"/>
              </a:rPr>
              <a:t>100% ARROMA</a:t>
            </a:r>
            <a:endParaRPr sz="7000"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587458" y="5790837"/>
            <a:ext cx="11049000" cy="1240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en-US" sz="2400" b="1" dirty="0">
                <a:solidFill>
                  <a:srgbClr val="FFFFFF"/>
                </a:solidFill>
                <a:latin typeface="Comic Neue"/>
                <a:sym typeface="Comic Neue"/>
              </a:rPr>
              <a:t>Jumbo Schreiber </a:t>
            </a:r>
            <a:r>
              <a:rPr lang="en-US" sz="2400" b="1" dirty="0" err="1">
                <a:solidFill>
                  <a:srgbClr val="FFFFFF"/>
                </a:solidFill>
                <a:latin typeface="Comic Neue"/>
                <a:sym typeface="Comic Neue"/>
              </a:rPr>
              <a:t>ist</a:t>
            </a:r>
            <a:r>
              <a:rPr lang="en-US" sz="2400" b="1" dirty="0">
                <a:solidFill>
                  <a:srgbClr val="FFFFFF"/>
                </a:solidFill>
                <a:latin typeface="Comic Neue"/>
                <a:sym typeface="Comic Neue"/>
              </a:rPr>
              <a:t> der Gruppe </a:t>
            </a:r>
            <a:r>
              <a:rPr lang="en-US" sz="2400" b="1" dirty="0" err="1">
                <a:solidFill>
                  <a:srgbClr val="FFFFFF"/>
                </a:solidFill>
                <a:latin typeface="Comic Neue"/>
                <a:sym typeface="Comic Neue"/>
              </a:rPr>
              <a:t>beigetreten</a:t>
            </a:r>
            <a:endParaRPr lang="en-US" sz="2400" b="1" dirty="0">
              <a:solidFill>
                <a:srgbClr val="FFFFFF"/>
              </a:solidFill>
              <a:latin typeface="Comic Neue"/>
              <a:sym typeface="Comic Neue"/>
            </a:endParaRPr>
          </a:p>
          <a:p>
            <a:pPr marL="342900" marR="0" lvl="0" indent="-3429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en-US" sz="2400" b="1" dirty="0">
                <a:solidFill>
                  <a:srgbClr val="FFFFFF"/>
                </a:solidFill>
                <a:latin typeface="Comic Neue"/>
                <a:sym typeface="Comic Neue"/>
              </a:rPr>
              <a:t>Timmy hat die Gruppe </a:t>
            </a:r>
            <a:r>
              <a:rPr lang="en-US" sz="2400" b="1" dirty="0" err="1">
                <a:solidFill>
                  <a:srgbClr val="FFFFFF"/>
                </a:solidFill>
                <a:latin typeface="Comic Neue"/>
                <a:sym typeface="Comic Neue"/>
              </a:rPr>
              <a:t>verlassen</a:t>
            </a:r>
            <a:br>
              <a:rPr lang="en-US" sz="2400" b="1" dirty="0">
                <a:solidFill>
                  <a:srgbClr val="FFFFFF"/>
                </a:solidFill>
                <a:latin typeface="Comic Neue"/>
                <a:sym typeface="Comic Neue"/>
              </a:rPr>
            </a:br>
            <a:endParaRPr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1268699" y="4644741"/>
            <a:ext cx="1049465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de-DE" sz="4000" b="1" dirty="0"/>
              <a:t>was </a:t>
            </a:r>
            <a:r>
              <a:rPr lang="de-DE" sz="4000" b="1" dirty="0" err="1"/>
              <a:t>lezter</a:t>
            </a:r>
            <a:r>
              <a:rPr lang="de-DE" sz="4000" b="1" dirty="0"/>
              <a:t> </a:t>
            </a:r>
            <a:r>
              <a:rPr lang="de-DE" sz="4000" b="1" dirty="0" err="1"/>
              <a:t>prais</a:t>
            </a:r>
            <a:r>
              <a:rPr lang="de-DE" sz="4000" b="1" dirty="0"/>
              <a:t> für </a:t>
            </a:r>
            <a:r>
              <a:rPr lang="de-DE" sz="4000" b="1" dirty="0" err="1"/>
              <a:t>fischstäbchen</a:t>
            </a:r>
            <a:r>
              <a:rPr lang="de-DE" sz="4000" b="1" dirty="0"/>
              <a:t>?</a:t>
            </a:r>
            <a:endParaRPr sz="4000" b="1"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3324127" y="389516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FFF00"/>
                </a:solidFill>
                <a:latin typeface="Comic Neue"/>
                <a:ea typeface="Comic Neue"/>
                <a:cs typeface="Comic Neue"/>
                <a:sym typeface="Comic Neue"/>
              </a:rPr>
              <a:t>OLFAKTORISCHES ERLEBNIS</a:t>
            </a:r>
            <a:endParaRPr sz="4000" dirty="0"/>
          </a:p>
        </p:txBody>
      </p:sp>
      <p:pic>
        <p:nvPicPr>
          <p:cNvPr id="2" name="Grafik 1" descr="Fischstäbchen-Auflauf in unter 30 Minuten ⏰ Super lecker!!! 🤤">
            <a:extLst>
              <a:ext uri="{FF2B5EF4-FFF2-40B4-BE49-F238E27FC236}">
                <a16:creationId xmlns:a16="http://schemas.microsoft.com/office/drawing/2014/main" id="{488E1370-B4E0-8738-7C2C-A4B41A357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997" y="164499"/>
            <a:ext cx="2155825" cy="384187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EFDE9FD-8386-4C9A-AD93-2394FAE18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762" y="110367"/>
            <a:ext cx="2905963" cy="46072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939" y="2139885"/>
            <a:ext cx="11390590" cy="256409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FF0000"/>
                </a:solidFill>
                <a:latin typeface="Comic Neue"/>
                <a:ea typeface="Comic Neue"/>
                <a:cs typeface="Comic Neue"/>
                <a:sym typeface="Comic Neue"/>
              </a:rPr>
              <a:t>WAS LERNEN WIR DARAUS?</a:t>
            </a:r>
            <a:endParaRPr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04CB0FC-FDD9-2F41-F5F8-2EDB211C866D}"/>
              </a:ext>
            </a:extLst>
          </p:cNvPr>
          <p:cNvSpPr txBox="1"/>
          <p:nvPr/>
        </p:nvSpPr>
        <p:spPr>
          <a:xfrm>
            <a:off x="1343970" y="2358935"/>
            <a:ext cx="10376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FFC000"/>
                </a:solidFill>
              </a:rPr>
              <a:t>Einfach mehr News über fetten Wal, als Netanjahus Kriegsverbrechen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15F9CF3-8999-9103-0946-93579B06DC77}"/>
              </a:ext>
            </a:extLst>
          </p:cNvPr>
          <p:cNvSpPr txBox="1"/>
          <p:nvPr/>
        </p:nvSpPr>
        <p:spPr>
          <a:xfrm>
            <a:off x="1177533" y="2778424"/>
            <a:ext cx="10389383" cy="522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de-DE" sz="2400" b="1" dirty="0">
                <a:solidFill>
                  <a:srgbClr val="C00000"/>
                </a:solidFill>
              </a:rPr>
              <a:t>Jumbo Schreiner hätte den Fettsack eh mit einem bissen weginhaliert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32ADF12-3209-52A7-834D-3304D9229F8B}"/>
              </a:ext>
            </a:extLst>
          </p:cNvPr>
          <p:cNvSpPr txBox="1"/>
          <p:nvPr/>
        </p:nvSpPr>
        <p:spPr>
          <a:xfrm>
            <a:off x="920358" y="3239836"/>
            <a:ext cx="6686446" cy="522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de-DE" sz="2400" b="1" dirty="0">
                <a:solidFill>
                  <a:srgbClr val="00B050"/>
                </a:solidFill>
              </a:rPr>
              <a:t>Millionen für den Wal ✅ Essen für Afrika 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1101" y="192348"/>
            <a:ext cx="5759777" cy="57015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2867025" y="192348"/>
            <a:ext cx="6457950" cy="57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Ein </a:t>
            </a:r>
            <a:r>
              <a:rPr lang="en-US" sz="28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Fischbrötchen</a:t>
            </a:r>
            <a:r>
              <a:rPr lang="en-US" sz="28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für die </a:t>
            </a:r>
            <a:r>
              <a:rPr lang="en-US" sz="2850" b="1" i="0" u="none" strike="noStrike" cap="none" dirty="0" err="1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Veganer</a:t>
            </a:r>
            <a:r>
              <a:rPr lang="en-US" sz="2850" b="1" i="0" u="none" strike="noStrike" cap="none" dirty="0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!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Breitbild</PresentationFormat>
  <Paragraphs>42</Paragraphs>
  <Slides>9</Slides>
  <Notes>9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Wingdings</vt:lpstr>
      <vt:lpstr>Arial</vt:lpstr>
      <vt:lpstr>Calibri</vt:lpstr>
      <vt:lpstr>Comic Neue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</cp:lastModifiedBy>
  <cp:revision>3</cp:revision>
  <dcterms:modified xsi:type="dcterms:W3CDTF">2026-06-17T09:44:22Z</dcterms:modified>
</cp:coreProperties>
</file>